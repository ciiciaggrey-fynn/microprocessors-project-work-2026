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5" r:id="rId3"/>
    <p:sldId id="257" r:id="rId4"/>
    <p:sldId id="258" r:id="rId5"/>
    <p:sldId id="259" r:id="rId6"/>
    <p:sldId id="260" r:id="rId7"/>
    <p:sldId id="261" r:id="rId8"/>
    <p:sldId id="272" r:id="rId9"/>
    <p:sldId id="262" r:id="rId10"/>
    <p:sldId id="263" r:id="rId11"/>
    <p:sldId id="264" r:id="rId12"/>
    <p:sldId id="265" r:id="rId13"/>
    <p:sldId id="273" r:id="rId14"/>
    <p:sldId id="267" r:id="rId15"/>
    <p:sldId id="268" r:id="rId16"/>
    <p:sldId id="269" r:id="rId17"/>
    <p:sldId id="274" r:id="rId18"/>
    <p:sldId id="270" r:id="rId19"/>
    <p:sldId id="271" r:id="rId20"/>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D58A23-C771-46F9-A375-24FDE5A18578}" v="1" dt="2026-03-28T10:31:28.4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SimpleTimelineDefaultColorVariant">
  <dgm:title val="Simple Timeline Default Color Variant"/>
  <dgm:desc val="Simple Timeline Default Color Variant"/>
  <dgm:catLst>
    <dgm:cat type="Other" pri="2"/>
  </dgm:catLst>
  <dgm:styleLbl name="node0">
    <dgm:fillClrLst meth="repeat">
      <a:schemeClr val="dk2"/>
    </dgm:fillClrLst>
    <dgm:linClrLst meth="repeat">
      <a:schemeClr val="lt1"/>
    </dgm:linClrLst>
    <dgm:effectClrLst/>
    <dgm:txLinClrLst/>
    <dgm:txFillClrLst/>
    <dgm:txEffectClrLst/>
  </dgm:styleLbl>
  <dgm:styleLbl name="alignNode1">
    <dgm:fillClrLst meth="repeat">
      <a:schemeClr val="accent1">
        <a:alpha val="0"/>
      </a:schemeClr>
    </dgm:fillClrLst>
    <dgm:linClrLst meth="repeat">
      <a:schemeClr val="accent1">
        <a:alpha val="0"/>
      </a:schemeClr>
    </dgm:linClrLst>
    <dgm:effectClrLst/>
    <dgm:txLinClrLst/>
    <dgm:txFillClrLst meth="repeat">
      <a:schemeClr val="accent1"/>
    </dgm:txFillClrLst>
    <dgm:txEffectClrLst/>
  </dgm:styleLbl>
  <dgm:styleLbl name="node1">
    <dgm:fillClrLst meth="repeat">
      <a:schemeClr val="dk2"/>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dk2">
        <a:alpha val="50000"/>
      </a:schemeClr>
    </dgm:fillClrLst>
    <dgm:linClrLst meth="repeat">
      <a:schemeClr val="lt1"/>
    </dgm:linClrLst>
    <dgm:effectClrLst/>
    <dgm:txLinClrLst/>
    <dgm:txFillClrLst/>
    <dgm:txEffectClrLst/>
  </dgm:styleLbl>
  <dgm:styleLbl name="node2">
    <dgm:fillClrLst meth="repeat">
      <a:schemeClr val="dk2"/>
    </dgm:fillClrLst>
    <dgm:linClrLst meth="repeat">
      <a:schemeClr val="lt1"/>
    </dgm:linClrLst>
    <dgm:effectClrLst/>
    <dgm:txLinClrLst/>
    <dgm:txFillClrLst/>
    <dgm:txEffectClrLst/>
  </dgm:styleLbl>
  <dgm:styleLbl name="node3">
    <dgm:fillClrLst meth="repeat">
      <a:schemeClr val="dk2"/>
    </dgm:fillClrLst>
    <dgm:linClrLst meth="repeat">
      <a:schemeClr val="lt1"/>
    </dgm:linClrLst>
    <dgm:effectClrLst/>
    <dgm:txLinClrLst/>
    <dgm:txFillClrLst/>
    <dgm:txEffectClrLst/>
  </dgm:styleLbl>
  <dgm:styleLbl name="node4">
    <dgm:fillClrLst meth="repeat">
      <a:schemeClr val="dk2"/>
    </dgm:fillClrLst>
    <dgm:linClrLst meth="repeat">
      <a:schemeClr val="lt1"/>
    </dgm:linClrLst>
    <dgm:effectClrLst/>
    <dgm:txLinClrLst/>
    <dgm:txFillClrLst/>
    <dgm:txEffectClrLst/>
  </dgm:styleLbl>
  <dgm:styleLbl name="fgImgPlace1">
    <dgm:fillClrLst meth="repeat">
      <a:schemeClr val="dk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dk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dk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tx1"/>
    </dgm:txFillClrLst>
    <dgm:txEffectClrLst/>
  </dgm:styleLbl>
  <dgm:styleLbl name="asst0">
    <dgm:fillClrLst meth="repeat">
      <a:schemeClr val="dk2"/>
    </dgm:fillClrLst>
    <dgm:linClrLst meth="repeat">
      <a:schemeClr val="lt1"/>
    </dgm:linClrLst>
    <dgm:effectClrLst/>
    <dgm:txLinClrLst/>
    <dgm:txFillClrLst/>
    <dgm:txEffectClrLst/>
  </dgm:styleLbl>
  <dgm:styleLbl name="asst1">
    <dgm:fillClrLst meth="repeat">
      <a:schemeClr val="dk2"/>
    </dgm:fillClrLst>
    <dgm:linClrLst meth="repeat">
      <a:schemeClr val="lt1"/>
    </dgm:linClrLst>
    <dgm:effectClrLst/>
    <dgm:txLinClrLst/>
    <dgm:txFillClrLst/>
    <dgm:txEffectClrLst/>
  </dgm:styleLbl>
  <dgm:styleLbl name="asst2">
    <dgm:fillClrLst meth="repeat">
      <a:schemeClr val="dk2"/>
    </dgm:fillClrLst>
    <dgm:linClrLst meth="repeat">
      <a:schemeClr val="lt1"/>
    </dgm:linClrLst>
    <dgm:effectClrLst/>
    <dgm:txLinClrLst/>
    <dgm:txFillClrLst/>
    <dgm:txEffectClrLst/>
  </dgm:styleLbl>
  <dgm:styleLbl name="asst3">
    <dgm:fillClrLst meth="repeat">
      <a:schemeClr val="dk2"/>
    </dgm:fillClrLst>
    <dgm:linClrLst meth="repeat">
      <a:schemeClr val="lt1"/>
    </dgm:linClrLst>
    <dgm:effectClrLst/>
    <dgm:txLinClrLst/>
    <dgm:txFillClrLst/>
    <dgm:txEffectClrLst/>
  </dgm:styleLbl>
  <dgm:styleLbl name="asst4">
    <dgm:fillClrLst meth="repeat">
      <a:schemeClr val="dk2"/>
    </dgm:fillClrLst>
    <dgm:linClrLst meth="repeat">
      <a:schemeClr val="lt1"/>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1"/>
    </dgm:txFillClrLst>
    <dgm:txEffectClrLst/>
  </dgm:styleLbl>
  <dgm:styleLbl name="parChTrans2D2">
    <dgm:fillClrLst meth="repeat">
      <a:schemeClr val="dk2"/>
    </dgm:fillClrLst>
    <dgm:linClrLst meth="repeat">
      <a:schemeClr val="dk2"/>
    </dgm:linClrLst>
    <dgm:effectClrLst/>
    <dgm:txLinClrLst/>
    <dgm:txFillClrLst meth="repeat">
      <a:schemeClr val="lt1"/>
    </dgm:txFillClrLst>
    <dgm:txEffectClrLst/>
  </dgm:styleLbl>
  <dgm:styleLbl name="parChTrans2D3">
    <dgm:fillClrLst meth="repeat">
      <a:schemeClr val="dk2"/>
    </dgm:fillClrLst>
    <dgm:linClrLst meth="repeat">
      <a:schemeClr val="dk2"/>
    </dgm:linClrLst>
    <dgm:effectClrLst/>
    <dgm:txLinClrLst/>
    <dgm:txFillClrLst meth="repeat">
      <a:schemeClr val="lt1"/>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accent1">
        <a:alpha val="90000"/>
      </a:schemeClr>
    </dgm:fillClrLst>
    <dgm:linClrLst meth="repeat">
      <a:schemeClr val="lt1"/>
    </dgm:linClrLst>
    <dgm:effectClrLst/>
    <dgm:txLinClrLst/>
    <dgm:txFillClrLst meth="repeat">
      <a:schemeClr val="accent1"/>
    </dgm:txFillClrLst>
    <dgm:txEffectClrLst/>
  </dgm:styleLbl>
  <dgm:styleLbl name="conFgAcc1">
    <dgm:fillClrLst meth="repeat">
      <a:schemeClr val="lt1">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dk2">
        <a:alpha val="90000"/>
      </a:schemeClr>
    </dgm:fillClrLst>
    <dgm:linClrLst meth="repeat">
      <a:schemeClr val="dk2"/>
    </dgm:linClrLst>
    <dgm:effectClrLst/>
    <dgm:txLinClrLst/>
    <dgm:txFillClrLst meth="repeat">
      <a:schemeClr val="dk2"/>
    </dgm:txFillClrLst>
    <dgm:txEffectClrLst/>
  </dgm:styleLbl>
  <dgm:styleLbl name="trAlignAcc1">
    <dgm:fillClrLst meth="repeat">
      <a:schemeClr val="lt1">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1"/>
    </dgm:fillClrLst>
    <dgm:linClrLst meth="repeat">
      <a:schemeClr val="dk2"/>
    </dgm:linClrLst>
    <dgm:effectClrLst/>
    <dgm:txLinClrLst/>
    <dgm:txFillClrLst meth="repeat">
      <a:schemeClr val="dk1"/>
    </dgm:txFillClrLst>
    <dgm:txEffectClrLst/>
  </dgm:styleLbl>
  <dgm:styleLbl name="solidAlignAcc1">
    <dgm:fillClrLst meth="repeat">
      <a:schemeClr val="lt1"/>
    </dgm:fillClrLst>
    <dgm:linClrLst meth="repeat">
      <a:schemeClr val="dk2"/>
    </dgm:linClrLst>
    <dgm:effectClrLst/>
    <dgm:txLinClrLst/>
    <dgm:txFillClrLst meth="repeat">
      <a:schemeClr val="dk1"/>
    </dgm:txFillClrLst>
    <dgm:txEffectClrLst/>
  </dgm:styleLbl>
  <dgm:styleLbl name="solidBgAcc1">
    <dgm:fillClrLst meth="repeat">
      <a:schemeClr val="lt1"/>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8E33A66-C567-495E-970A-F462439EB95F}"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D807EB9E-B2CD-4849-8748-AA76935AA632}">
      <dgm:prSet/>
      <dgm:spPr/>
      <dgm:t>
        <a:bodyPr/>
        <a:lstStyle/>
        <a:p>
          <a:r>
            <a:rPr lang="en-US" dirty="0"/>
            <a:t>ANOKYE Jeffrey </a:t>
          </a:r>
          <a:r>
            <a:rPr lang="en-US" dirty="0" err="1"/>
            <a:t>Enyan</a:t>
          </a:r>
          <a:r>
            <a:rPr lang="en-US" dirty="0"/>
            <a:t> Peprah   (1844622)</a:t>
          </a:r>
        </a:p>
      </dgm:t>
    </dgm:pt>
    <dgm:pt modelId="{12767271-6570-4B96-9E95-1A085A62BFE6}" type="parTrans" cxnId="{BE4EBF16-8875-45FE-AE88-5AA5D54C2D47}">
      <dgm:prSet/>
      <dgm:spPr/>
      <dgm:t>
        <a:bodyPr/>
        <a:lstStyle/>
        <a:p>
          <a:endParaRPr lang="en-US"/>
        </a:p>
      </dgm:t>
    </dgm:pt>
    <dgm:pt modelId="{03476C3E-DDBA-41AB-BD84-038C47B9FEA9}" type="sibTrans" cxnId="{BE4EBF16-8875-45FE-AE88-5AA5D54C2D47}">
      <dgm:prSet/>
      <dgm:spPr/>
      <dgm:t>
        <a:bodyPr/>
        <a:lstStyle/>
        <a:p>
          <a:endParaRPr lang="en-US"/>
        </a:p>
      </dgm:t>
    </dgm:pt>
    <dgm:pt modelId="{7369DC80-E9A0-4E88-A45E-C9D4D7BBD469}">
      <dgm:prSet/>
      <dgm:spPr/>
      <dgm:t>
        <a:bodyPr/>
        <a:lstStyle/>
        <a:p>
          <a:r>
            <a:rPr lang="en-US" dirty="0"/>
            <a:t>CIICI Aggrey-Fynn   (</a:t>
          </a:r>
          <a:r>
            <a:rPr lang="en-GH" dirty="0"/>
            <a:t>7311423</a:t>
          </a:r>
          <a:r>
            <a:rPr lang="en-US" dirty="0"/>
            <a:t>)</a:t>
          </a:r>
        </a:p>
      </dgm:t>
    </dgm:pt>
    <dgm:pt modelId="{FBCE868C-A063-4DDE-B6BB-9BFC3BB6F217}" type="parTrans" cxnId="{CA4541B7-4C61-4945-ACE3-1FE3D6406202}">
      <dgm:prSet/>
      <dgm:spPr/>
      <dgm:t>
        <a:bodyPr/>
        <a:lstStyle/>
        <a:p>
          <a:endParaRPr lang="en-US"/>
        </a:p>
      </dgm:t>
    </dgm:pt>
    <dgm:pt modelId="{BE9A64EA-1FAB-470A-A3FE-FF8D3C36867D}" type="sibTrans" cxnId="{CA4541B7-4C61-4945-ACE3-1FE3D6406202}">
      <dgm:prSet/>
      <dgm:spPr/>
      <dgm:t>
        <a:bodyPr/>
        <a:lstStyle/>
        <a:p>
          <a:endParaRPr lang="en-US"/>
        </a:p>
      </dgm:t>
    </dgm:pt>
    <dgm:pt modelId="{74983FAA-5E86-4F63-9A4D-8304183F5A3D}">
      <dgm:prSet/>
      <dgm:spPr/>
      <dgm:t>
        <a:bodyPr/>
        <a:lstStyle/>
        <a:p>
          <a:r>
            <a:rPr lang="en-US" dirty="0"/>
            <a:t>AIDOO Kweku Adu-Gyamfi Nhyira   (7312123) </a:t>
          </a:r>
        </a:p>
      </dgm:t>
    </dgm:pt>
    <dgm:pt modelId="{95673845-B52F-409E-82E8-038388A724BA}" type="parTrans" cxnId="{8AF326FB-DA4E-4F05-ADB8-42328BE5D7A0}">
      <dgm:prSet/>
      <dgm:spPr/>
      <dgm:t>
        <a:bodyPr/>
        <a:lstStyle/>
        <a:p>
          <a:endParaRPr lang="en-US"/>
        </a:p>
      </dgm:t>
    </dgm:pt>
    <dgm:pt modelId="{DD6E96C8-6A6B-437F-AD3B-0160939B39FE}" type="sibTrans" cxnId="{8AF326FB-DA4E-4F05-ADB8-42328BE5D7A0}">
      <dgm:prSet/>
      <dgm:spPr/>
      <dgm:t>
        <a:bodyPr/>
        <a:lstStyle/>
        <a:p>
          <a:endParaRPr lang="en-US"/>
        </a:p>
      </dgm:t>
    </dgm:pt>
    <dgm:pt modelId="{E8F3E1CA-8D3D-4BE4-8E24-1D9CDE17B83C}">
      <dgm:prSet/>
      <dgm:spPr/>
      <dgm:t>
        <a:bodyPr/>
        <a:lstStyle/>
        <a:p>
          <a:r>
            <a:rPr lang="en-US" dirty="0"/>
            <a:t>ADDEI Albert Yaw    (7309823)</a:t>
          </a:r>
        </a:p>
      </dgm:t>
    </dgm:pt>
    <dgm:pt modelId="{0C9FCBFC-7160-42F5-9D4E-5C096483F796}" type="parTrans" cxnId="{C5237374-53F8-4BD1-AB1D-658D0B088665}">
      <dgm:prSet/>
      <dgm:spPr/>
      <dgm:t>
        <a:bodyPr/>
        <a:lstStyle/>
        <a:p>
          <a:endParaRPr lang="en-US"/>
        </a:p>
      </dgm:t>
    </dgm:pt>
    <dgm:pt modelId="{9DCB71F1-CED3-4261-A6CD-25A4F2FD5CE4}" type="sibTrans" cxnId="{C5237374-53F8-4BD1-AB1D-658D0B088665}">
      <dgm:prSet/>
      <dgm:spPr/>
      <dgm:t>
        <a:bodyPr/>
        <a:lstStyle/>
        <a:p>
          <a:endParaRPr lang="en-US"/>
        </a:p>
      </dgm:t>
    </dgm:pt>
    <dgm:pt modelId="{A54FF038-63F2-473E-A789-81C66FDB5144}">
      <dgm:prSet/>
      <dgm:spPr/>
      <dgm:t>
        <a:bodyPr/>
        <a:lstStyle/>
        <a:p>
          <a:r>
            <a:rPr lang="en-US" dirty="0"/>
            <a:t>ADOMBILIA Judah Ramtin   (7310423) </a:t>
          </a:r>
        </a:p>
      </dgm:t>
    </dgm:pt>
    <dgm:pt modelId="{86CB4E4F-48C9-4C4A-85F7-45FB90F7BF21}" type="parTrans" cxnId="{56399A9D-E076-47E4-A00A-925FE68E0428}">
      <dgm:prSet/>
      <dgm:spPr/>
      <dgm:t>
        <a:bodyPr/>
        <a:lstStyle/>
        <a:p>
          <a:endParaRPr lang="en-US"/>
        </a:p>
      </dgm:t>
    </dgm:pt>
    <dgm:pt modelId="{8A34976C-3170-45F7-9FAD-63A9C9592EF8}" type="sibTrans" cxnId="{56399A9D-E076-47E4-A00A-925FE68E0428}">
      <dgm:prSet/>
      <dgm:spPr/>
      <dgm:t>
        <a:bodyPr/>
        <a:lstStyle/>
        <a:p>
          <a:endParaRPr lang="en-US"/>
        </a:p>
      </dgm:t>
    </dgm:pt>
    <dgm:pt modelId="{389FF92B-66DA-4A8E-8BB6-3B58C4F15940}">
      <dgm:prSet/>
      <dgm:spPr/>
      <dgm:t>
        <a:bodyPr/>
        <a:lstStyle/>
        <a:p>
          <a:r>
            <a:rPr lang="en-US" dirty="0"/>
            <a:t>ADU-ACHEAMPONG Emmanuel    (7310623) </a:t>
          </a:r>
        </a:p>
      </dgm:t>
    </dgm:pt>
    <dgm:pt modelId="{3C44B5E8-5C04-4B24-859E-5F16306E6D11}" type="parTrans" cxnId="{9E9A4551-1C95-462A-B90B-6457B020323D}">
      <dgm:prSet/>
      <dgm:spPr/>
      <dgm:t>
        <a:bodyPr/>
        <a:lstStyle/>
        <a:p>
          <a:endParaRPr lang="en-US"/>
        </a:p>
      </dgm:t>
    </dgm:pt>
    <dgm:pt modelId="{C2B65012-B2A5-4F62-9E0D-EB8D585EF8B3}" type="sibTrans" cxnId="{9E9A4551-1C95-462A-B90B-6457B020323D}">
      <dgm:prSet/>
      <dgm:spPr/>
      <dgm:t>
        <a:bodyPr/>
        <a:lstStyle/>
        <a:p>
          <a:endParaRPr lang="en-US"/>
        </a:p>
      </dgm:t>
    </dgm:pt>
    <dgm:pt modelId="{3A8F95BA-ADB2-4CB6-9AD4-78C88CE38ECF}">
      <dgm:prSet/>
      <dgm:spPr/>
      <dgm:t>
        <a:bodyPr/>
        <a:lstStyle/>
        <a:p>
          <a:r>
            <a:rPr lang="en-US" dirty="0"/>
            <a:t>AGBESI Tracy Elorm    (7311323) </a:t>
          </a:r>
        </a:p>
      </dgm:t>
    </dgm:pt>
    <dgm:pt modelId="{989827E6-9DB3-42E2-B142-0010866A6172}" type="parTrans" cxnId="{A33D3FA3-7D19-4611-8D18-CD45222AF592}">
      <dgm:prSet/>
      <dgm:spPr/>
      <dgm:t>
        <a:bodyPr/>
        <a:lstStyle/>
        <a:p>
          <a:endParaRPr lang="en-US"/>
        </a:p>
      </dgm:t>
    </dgm:pt>
    <dgm:pt modelId="{0201E99A-6D56-41F0-A05B-8BF0B7F15AA1}" type="sibTrans" cxnId="{A33D3FA3-7D19-4611-8D18-CD45222AF592}">
      <dgm:prSet/>
      <dgm:spPr/>
      <dgm:t>
        <a:bodyPr/>
        <a:lstStyle/>
        <a:p>
          <a:endParaRPr lang="en-US"/>
        </a:p>
      </dgm:t>
    </dgm:pt>
    <dgm:pt modelId="{5576EF54-DDA0-4D70-902B-83EEF040EFAF}">
      <dgm:prSet/>
      <dgm:spPr/>
      <dgm:t>
        <a:bodyPr/>
        <a:lstStyle/>
        <a:p>
          <a:r>
            <a:rPr lang="en-US" dirty="0"/>
            <a:t>OHENEBA Boakye Ansah (1858922) </a:t>
          </a:r>
        </a:p>
      </dgm:t>
    </dgm:pt>
    <dgm:pt modelId="{1CC6907D-5578-4A2B-876F-D4D26D478106}" type="parTrans" cxnId="{F5A50BD9-7A53-4805-B9DB-DE64175EC229}">
      <dgm:prSet/>
      <dgm:spPr/>
      <dgm:t>
        <a:bodyPr/>
        <a:lstStyle/>
        <a:p>
          <a:endParaRPr lang="en-US"/>
        </a:p>
      </dgm:t>
    </dgm:pt>
    <dgm:pt modelId="{77A81316-C369-4179-BD91-8E12379FC0DD}" type="sibTrans" cxnId="{F5A50BD9-7A53-4805-B9DB-DE64175EC229}">
      <dgm:prSet/>
      <dgm:spPr/>
      <dgm:t>
        <a:bodyPr/>
        <a:lstStyle/>
        <a:p>
          <a:endParaRPr lang="en-US"/>
        </a:p>
      </dgm:t>
    </dgm:pt>
    <dgm:pt modelId="{F694B919-FD49-4082-B973-9F21C8CE1E46}">
      <dgm:prSet/>
      <dgm:spPr/>
      <dgm:t>
        <a:bodyPr/>
        <a:lstStyle/>
        <a:p>
          <a:r>
            <a:rPr lang="en-US" dirty="0"/>
            <a:t>ASHILEY Samuel Tetteh    (3549718) </a:t>
          </a:r>
        </a:p>
      </dgm:t>
    </dgm:pt>
    <dgm:pt modelId="{CC5D3AB2-C3C1-4481-9B90-B8A357BA9180}" type="parTrans" cxnId="{C21CBC61-03E5-4EDA-BC5E-B47CC61F46B6}">
      <dgm:prSet/>
      <dgm:spPr/>
      <dgm:t>
        <a:bodyPr/>
        <a:lstStyle/>
        <a:p>
          <a:endParaRPr lang="en-US"/>
        </a:p>
      </dgm:t>
    </dgm:pt>
    <dgm:pt modelId="{CD8A2CB5-0AB9-4130-9733-904D10F11306}" type="sibTrans" cxnId="{C21CBC61-03E5-4EDA-BC5E-B47CC61F46B6}">
      <dgm:prSet/>
      <dgm:spPr/>
      <dgm:t>
        <a:bodyPr/>
        <a:lstStyle/>
        <a:p>
          <a:endParaRPr lang="en-US"/>
        </a:p>
      </dgm:t>
    </dgm:pt>
    <dgm:pt modelId="{F9FC208E-ADDA-4F8A-A61C-A3557A93F32B}" type="pres">
      <dgm:prSet presAssocID="{E8E33A66-C567-495E-970A-F462439EB95F}" presName="vert0" presStyleCnt="0">
        <dgm:presLayoutVars>
          <dgm:dir/>
          <dgm:animOne val="branch"/>
          <dgm:animLvl val="lvl"/>
        </dgm:presLayoutVars>
      </dgm:prSet>
      <dgm:spPr/>
    </dgm:pt>
    <dgm:pt modelId="{0109C59E-105D-4A10-9E69-DAB7468A6D1F}" type="pres">
      <dgm:prSet presAssocID="{D807EB9E-B2CD-4849-8748-AA76935AA632}" presName="thickLine" presStyleLbl="alignNode1" presStyleIdx="0" presStyleCnt="9"/>
      <dgm:spPr/>
    </dgm:pt>
    <dgm:pt modelId="{EA932168-11B4-4BEE-9916-8B0771049500}" type="pres">
      <dgm:prSet presAssocID="{D807EB9E-B2CD-4849-8748-AA76935AA632}" presName="horz1" presStyleCnt="0"/>
      <dgm:spPr/>
    </dgm:pt>
    <dgm:pt modelId="{E58D4307-036F-4A33-ABB6-C40B03CFE699}" type="pres">
      <dgm:prSet presAssocID="{D807EB9E-B2CD-4849-8748-AA76935AA632}" presName="tx1" presStyleLbl="revTx" presStyleIdx="0" presStyleCnt="9"/>
      <dgm:spPr/>
    </dgm:pt>
    <dgm:pt modelId="{8A80AB91-D70A-4ECA-896B-1C096E69CE42}" type="pres">
      <dgm:prSet presAssocID="{D807EB9E-B2CD-4849-8748-AA76935AA632}" presName="vert1" presStyleCnt="0"/>
      <dgm:spPr/>
    </dgm:pt>
    <dgm:pt modelId="{4405ACDB-416C-454A-9E2E-EDD45CE2878A}" type="pres">
      <dgm:prSet presAssocID="{7369DC80-E9A0-4E88-A45E-C9D4D7BBD469}" presName="thickLine" presStyleLbl="alignNode1" presStyleIdx="1" presStyleCnt="9"/>
      <dgm:spPr/>
    </dgm:pt>
    <dgm:pt modelId="{031E55F8-408C-4FC1-B846-5D2CFB876AA1}" type="pres">
      <dgm:prSet presAssocID="{7369DC80-E9A0-4E88-A45E-C9D4D7BBD469}" presName="horz1" presStyleCnt="0"/>
      <dgm:spPr/>
    </dgm:pt>
    <dgm:pt modelId="{9DDD387C-2A53-4863-8341-105C681B281D}" type="pres">
      <dgm:prSet presAssocID="{7369DC80-E9A0-4E88-A45E-C9D4D7BBD469}" presName="tx1" presStyleLbl="revTx" presStyleIdx="1" presStyleCnt="9"/>
      <dgm:spPr/>
    </dgm:pt>
    <dgm:pt modelId="{35F2A24E-3DC9-4C92-9B24-B3F9A9A6DA60}" type="pres">
      <dgm:prSet presAssocID="{7369DC80-E9A0-4E88-A45E-C9D4D7BBD469}" presName="vert1" presStyleCnt="0"/>
      <dgm:spPr/>
    </dgm:pt>
    <dgm:pt modelId="{F4A5E4E7-EE6D-42A5-8D42-72128F88E4F4}" type="pres">
      <dgm:prSet presAssocID="{74983FAA-5E86-4F63-9A4D-8304183F5A3D}" presName="thickLine" presStyleLbl="alignNode1" presStyleIdx="2" presStyleCnt="9"/>
      <dgm:spPr/>
    </dgm:pt>
    <dgm:pt modelId="{18705207-14FE-4496-94E6-EE998D9EC91F}" type="pres">
      <dgm:prSet presAssocID="{74983FAA-5E86-4F63-9A4D-8304183F5A3D}" presName="horz1" presStyleCnt="0"/>
      <dgm:spPr/>
    </dgm:pt>
    <dgm:pt modelId="{2A64E02D-ECC4-45AB-AAF2-C0432702AD50}" type="pres">
      <dgm:prSet presAssocID="{74983FAA-5E86-4F63-9A4D-8304183F5A3D}" presName="tx1" presStyleLbl="revTx" presStyleIdx="2" presStyleCnt="9"/>
      <dgm:spPr/>
    </dgm:pt>
    <dgm:pt modelId="{93504EFA-A59E-403D-90D3-C23B0325B137}" type="pres">
      <dgm:prSet presAssocID="{74983FAA-5E86-4F63-9A4D-8304183F5A3D}" presName="vert1" presStyleCnt="0"/>
      <dgm:spPr/>
    </dgm:pt>
    <dgm:pt modelId="{4E36EE26-9278-48BA-AFA5-A8915468DD46}" type="pres">
      <dgm:prSet presAssocID="{E8F3E1CA-8D3D-4BE4-8E24-1D9CDE17B83C}" presName="thickLine" presStyleLbl="alignNode1" presStyleIdx="3" presStyleCnt="9"/>
      <dgm:spPr/>
    </dgm:pt>
    <dgm:pt modelId="{ECDBFFD8-11E7-418E-B674-10B6A2EA1068}" type="pres">
      <dgm:prSet presAssocID="{E8F3E1CA-8D3D-4BE4-8E24-1D9CDE17B83C}" presName="horz1" presStyleCnt="0"/>
      <dgm:spPr/>
    </dgm:pt>
    <dgm:pt modelId="{CBBE5461-C100-4BAA-8F43-199E03340C1C}" type="pres">
      <dgm:prSet presAssocID="{E8F3E1CA-8D3D-4BE4-8E24-1D9CDE17B83C}" presName="tx1" presStyleLbl="revTx" presStyleIdx="3" presStyleCnt="9"/>
      <dgm:spPr/>
    </dgm:pt>
    <dgm:pt modelId="{B1274861-6C72-4EA1-BD76-DF4EC5DC540B}" type="pres">
      <dgm:prSet presAssocID="{E8F3E1CA-8D3D-4BE4-8E24-1D9CDE17B83C}" presName="vert1" presStyleCnt="0"/>
      <dgm:spPr/>
    </dgm:pt>
    <dgm:pt modelId="{6F7A035E-A85E-475C-AF2D-C08F8C0C1DD7}" type="pres">
      <dgm:prSet presAssocID="{A54FF038-63F2-473E-A789-81C66FDB5144}" presName="thickLine" presStyleLbl="alignNode1" presStyleIdx="4" presStyleCnt="9"/>
      <dgm:spPr/>
    </dgm:pt>
    <dgm:pt modelId="{F2285809-DA84-4EA0-8C29-3E62FCB94931}" type="pres">
      <dgm:prSet presAssocID="{A54FF038-63F2-473E-A789-81C66FDB5144}" presName="horz1" presStyleCnt="0"/>
      <dgm:spPr/>
    </dgm:pt>
    <dgm:pt modelId="{C60586B3-07DE-4451-9C7E-F6F79D8743CE}" type="pres">
      <dgm:prSet presAssocID="{A54FF038-63F2-473E-A789-81C66FDB5144}" presName="tx1" presStyleLbl="revTx" presStyleIdx="4" presStyleCnt="9"/>
      <dgm:spPr/>
    </dgm:pt>
    <dgm:pt modelId="{8DD5EF63-D2FF-47FC-BC64-C1FC03373997}" type="pres">
      <dgm:prSet presAssocID="{A54FF038-63F2-473E-A789-81C66FDB5144}" presName="vert1" presStyleCnt="0"/>
      <dgm:spPr/>
    </dgm:pt>
    <dgm:pt modelId="{E0231FA0-18EF-4D4E-9132-EDA0002D7371}" type="pres">
      <dgm:prSet presAssocID="{389FF92B-66DA-4A8E-8BB6-3B58C4F15940}" presName="thickLine" presStyleLbl="alignNode1" presStyleIdx="5" presStyleCnt="9"/>
      <dgm:spPr/>
    </dgm:pt>
    <dgm:pt modelId="{613A9AD8-FF73-492B-BB79-9943EBB72B25}" type="pres">
      <dgm:prSet presAssocID="{389FF92B-66DA-4A8E-8BB6-3B58C4F15940}" presName="horz1" presStyleCnt="0"/>
      <dgm:spPr/>
    </dgm:pt>
    <dgm:pt modelId="{B8D4FAE5-55B3-4902-8221-13670865ED3B}" type="pres">
      <dgm:prSet presAssocID="{389FF92B-66DA-4A8E-8BB6-3B58C4F15940}" presName="tx1" presStyleLbl="revTx" presStyleIdx="5" presStyleCnt="9"/>
      <dgm:spPr/>
    </dgm:pt>
    <dgm:pt modelId="{1CC17835-3FF0-4E9E-9928-2187CF4D4B48}" type="pres">
      <dgm:prSet presAssocID="{389FF92B-66DA-4A8E-8BB6-3B58C4F15940}" presName="vert1" presStyleCnt="0"/>
      <dgm:spPr/>
    </dgm:pt>
    <dgm:pt modelId="{14BE1D83-FE89-458C-AD8A-26C2677F4F56}" type="pres">
      <dgm:prSet presAssocID="{3A8F95BA-ADB2-4CB6-9AD4-78C88CE38ECF}" presName="thickLine" presStyleLbl="alignNode1" presStyleIdx="6" presStyleCnt="9"/>
      <dgm:spPr/>
    </dgm:pt>
    <dgm:pt modelId="{5749A7D4-6235-4EED-99CA-4D6A27F400B5}" type="pres">
      <dgm:prSet presAssocID="{3A8F95BA-ADB2-4CB6-9AD4-78C88CE38ECF}" presName="horz1" presStyleCnt="0"/>
      <dgm:spPr/>
    </dgm:pt>
    <dgm:pt modelId="{7DF935A1-7C2C-4054-AD5B-62826185E37F}" type="pres">
      <dgm:prSet presAssocID="{3A8F95BA-ADB2-4CB6-9AD4-78C88CE38ECF}" presName="tx1" presStyleLbl="revTx" presStyleIdx="6" presStyleCnt="9"/>
      <dgm:spPr/>
    </dgm:pt>
    <dgm:pt modelId="{1D56B265-F730-4E4C-BFFE-69A6BBB1CEB7}" type="pres">
      <dgm:prSet presAssocID="{3A8F95BA-ADB2-4CB6-9AD4-78C88CE38ECF}" presName="vert1" presStyleCnt="0"/>
      <dgm:spPr/>
    </dgm:pt>
    <dgm:pt modelId="{13186670-9FFB-4512-8810-28D85BABFCB5}" type="pres">
      <dgm:prSet presAssocID="{5576EF54-DDA0-4D70-902B-83EEF040EFAF}" presName="thickLine" presStyleLbl="alignNode1" presStyleIdx="7" presStyleCnt="9"/>
      <dgm:spPr/>
    </dgm:pt>
    <dgm:pt modelId="{3820061C-7BDA-45E3-9DBC-35311CEE6B2C}" type="pres">
      <dgm:prSet presAssocID="{5576EF54-DDA0-4D70-902B-83EEF040EFAF}" presName="horz1" presStyleCnt="0"/>
      <dgm:spPr/>
    </dgm:pt>
    <dgm:pt modelId="{FC7F76EA-F8F1-470A-9BE7-54C170DBFCC1}" type="pres">
      <dgm:prSet presAssocID="{5576EF54-DDA0-4D70-902B-83EEF040EFAF}" presName="tx1" presStyleLbl="revTx" presStyleIdx="7" presStyleCnt="9"/>
      <dgm:spPr/>
    </dgm:pt>
    <dgm:pt modelId="{1659D148-5A0D-4C6A-A4E1-0562C18C02D1}" type="pres">
      <dgm:prSet presAssocID="{5576EF54-DDA0-4D70-902B-83EEF040EFAF}" presName="vert1" presStyleCnt="0"/>
      <dgm:spPr/>
    </dgm:pt>
    <dgm:pt modelId="{8926335C-165D-4B0E-9BF5-D1A536F94673}" type="pres">
      <dgm:prSet presAssocID="{F694B919-FD49-4082-B973-9F21C8CE1E46}" presName="thickLine" presStyleLbl="alignNode1" presStyleIdx="8" presStyleCnt="9"/>
      <dgm:spPr/>
    </dgm:pt>
    <dgm:pt modelId="{9DA1BBC8-CC4E-49D8-A89F-9E2C185728E4}" type="pres">
      <dgm:prSet presAssocID="{F694B919-FD49-4082-B973-9F21C8CE1E46}" presName="horz1" presStyleCnt="0"/>
      <dgm:spPr/>
    </dgm:pt>
    <dgm:pt modelId="{FA4DABBF-6D8D-49B8-B0F9-21DC54A6A2AC}" type="pres">
      <dgm:prSet presAssocID="{F694B919-FD49-4082-B973-9F21C8CE1E46}" presName="tx1" presStyleLbl="revTx" presStyleIdx="8" presStyleCnt="9"/>
      <dgm:spPr/>
    </dgm:pt>
    <dgm:pt modelId="{B119B688-2483-47BD-B8A8-30E8DDD1EB16}" type="pres">
      <dgm:prSet presAssocID="{F694B919-FD49-4082-B973-9F21C8CE1E46}" presName="vert1" presStyleCnt="0"/>
      <dgm:spPr/>
    </dgm:pt>
  </dgm:ptLst>
  <dgm:cxnLst>
    <dgm:cxn modelId="{89446516-3624-476A-8884-20FC5DF502DC}" type="presOf" srcId="{E8F3E1CA-8D3D-4BE4-8E24-1D9CDE17B83C}" destId="{CBBE5461-C100-4BAA-8F43-199E03340C1C}" srcOrd="0" destOrd="0" presId="urn:microsoft.com/office/officeart/2008/layout/LinedList"/>
    <dgm:cxn modelId="{BE4EBF16-8875-45FE-AE88-5AA5D54C2D47}" srcId="{E8E33A66-C567-495E-970A-F462439EB95F}" destId="{D807EB9E-B2CD-4849-8748-AA76935AA632}" srcOrd="0" destOrd="0" parTransId="{12767271-6570-4B96-9E95-1A085A62BFE6}" sibTransId="{03476C3E-DDBA-41AB-BD84-038C47B9FEA9}"/>
    <dgm:cxn modelId="{B1F8501E-DD58-4F83-89E3-0F8ED7F033D0}" type="presOf" srcId="{7369DC80-E9A0-4E88-A45E-C9D4D7BBD469}" destId="{9DDD387C-2A53-4863-8341-105C681B281D}" srcOrd="0" destOrd="0" presId="urn:microsoft.com/office/officeart/2008/layout/LinedList"/>
    <dgm:cxn modelId="{CD95BE31-95CC-4179-8E51-070FE5D6C920}" type="presOf" srcId="{F694B919-FD49-4082-B973-9F21C8CE1E46}" destId="{FA4DABBF-6D8D-49B8-B0F9-21DC54A6A2AC}" srcOrd="0" destOrd="0" presId="urn:microsoft.com/office/officeart/2008/layout/LinedList"/>
    <dgm:cxn modelId="{C21CBC61-03E5-4EDA-BC5E-B47CC61F46B6}" srcId="{E8E33A66-C567-495E-970A-F462439EB95F}" destId="{F694B919-FD49-4082-B973-9F21C8CE1E46}" srcOrd="8" destOrd="0" parTransId="{CC5D3AB2-C3C1-4481-9B90-B8A357BA9180}" sibTransId="{CD8A2CB5-0AB9-4130-9733-904D10F11306}"/>
    <dgm:cxn modelId="{5B78586A-4DB6-48DF-928A-236B9606E2C7}" type="presOf" srcId="{A54FF038-63F2-473E-A789-81C66FDB5144}" destId="{C60586B3-07DE-4451-9C7E-F6F79D8743CE}" srcOrd="0" destOrd="0" presId="urn:microsoft.com/office/officeart/2008/layout/LinedList"/>
    <dgm:cxn modelId="{9E9A4551-1C95-462A-B90B-6457B020323D}" srcId="{E8E33A66-C567-495E-970A-F462439EB95F}" destId="{389FF92B-66DA-4A8E-8BB6-3B58C4F15940}" srcOrd="5" destOrd="0" parTransId="{3C44B5E8-5C04-4B24-859E-5F16306E6D11}" sibTransId="{C2B65012-B2A5-4F62-9E0D-EB8D585EF8B3}"/>
    <dgm:cxn modelId="{C5237374-53F8-4BD1-AB1D-658D0B088665}" srcId="{E8E33A66-C567-495E-970A-F462439EB95F}" destId="{E8F3E1CA-8D3D-4BE4-8E24-1D9CDE17B83C}" srcOrd="3" destOrd="0" parTransId="{0C9FCBFC-7160-42F5-9D4E-5C096483F796}" sibTransId="{9DCB71F1-CED3-4261-A6CD-25A4F2FD5CE4}"/>
    <dgm:cxn modelId="{05AEB09A-BFBF-4706-8363-7599F73B7528}" type="presOf" srcId="{389FF92B-66DA-4A8E-8BB6-3B58C4F15940}" destId="{B8D4FAE5-55B3-4902-8221-13670865ED3B}" srcOrd="0" destOrd="0" presId="urn:microsoft.com/office/officeart/2008/layout/LinedList"/>
    <dgm:cxn modelId="{56399A9D-E076-47E4-A00A-925FE68E0428}" srcId="{E8E33A66-C567-495E-970A-F462439EB95F}" destId="{A54FF038-63F2-473E-A789-81C66FDB5144}" srcOrd="4" destOrd="0" parTransId="{86CB4E4F-48C9-4C4A-85F7-45FB90F7BF21}" sibTransId="{8A34976C-3170-45F7-9FAD-63A9C9592EF8}"/>
    <dgm:cxn modelId="{A5D439A1-F472-4011-ADA3-7FBB6013E382}" type="presOf" srcId="{5576EF54-DDA0-4D70-902B-83EEF040EFAF}" destId="{FC7F76EA-F8F1-470A-9BE7-54C170DBFCC1}" srcOrd="0" destOrd="0" presId="urn:microsoft.com/office/officeart/2008/layout/LinedList"/>
    <dgm:cxn modelId="{A33D3FA3-7D19-4611-8D18-CD45222AF592}" srcId="{E8E33A66-C567-495E-970A-F462439EB95F}" destId="{3A8F95BA-ADB2-4CB6-9AD4-78C88CE38ECF}" srcOrd="6" destOrd="0" parTransId="{989827E6-9DB3-42E2-B142-0010866A6172}" sibTransId="{0201E99A-6D56-41F0-A05B-8BF0B7F15AA1}"/>
    <dgm:cxn modelId="{CA4541B7-4C61-4945-ACE3-1FE3D6406202}" srcId="{E8E33A66-C567-495E-970A-F462439EB95F}" destId="{7369DC80-E9A0-4E88-A45E-C9D4D7BBD469}" srcOrd="1" destOrd="0" parTransId="{FBCE868C-A063-4DDE-B6BB-9BFC3BB6F217}" sibTransId="{BE9A64EA-1FAB-470A-A3FE-FF8D3C36867D}"/>
    <dgm:cxn modelId="{98AE95BB-4F52-4AA0-BA03-B28275F521ED}" type="presOf" srcId="{D807EB9E-B2CD-4849-8748-AA76935AA632}" destId="{E58D4307-036F-4A33-ABB6-C40B03CFE699}" srcOrd="0" destOrd="0" presId="urn:microsoft.com/office/officeart/2008/layout/LinedList"/>
    <dgm:cxn modelId="{F5A50BD9-7A53-4805-B9DB-DE64175EC229}" srcId="{E8E33A66-C567-495E-970A-F462439EB95F}" destId="{5576EF54-DDA0-4D70-902B-83EEF040EFAF}" srcOrd="7" destOrd="0" parTransId="{1CC6907D-5578-4A2B-876F-D4D26D478106}" sibTransId="{77A81316-C369-4179-BD91-8E12379FC0DD}"/>
    <dgm:cxn modelId="{D5F699E5-F24E-42DC-B449-5068A3E0FABF}" type="presOf" srcId="{E8E33A66-C567-495E-970A-F462439EB95F}" destId="{F9FC208E-ADDA-4F8A-A61C-A3557A93F32B}" srcOrd="0" destOrd="0" presId="urn:microsoft.com/office/officeart/2008/layout/LinedList"/>
    <dgm:cxn modelId="{8AF326FB-DA4E-4F05-ADB8-42328BE5D7A0}" srcId="{E8E33A66-C567-495E-970A-F462439EB95F}" destId="{74983FAA-5E86-4F63-9A4D-8304183F5A3D}" srcOrd="2" destOrd="0" parTransId="{95673845-B52F-409E-82E8-038388A724BA}" sibTransId="{DD6E96C8-6A6B-437F-AD3B-0160939B39FE}"/>
    <dgm:cxn modelId="{B93656FD-E476-4358-8018-E493FF76F792}" type="presOf" srcId="{74983FAA-5E86-4F63-9A4D-8304183F5A3D}" destId="{2A64E02D-ECC4-45AB-AAF2-C0432702AD50}" srcOrd="0" destOrd="0" presId="urn:microsoft.com/office/officeart/2008/layout/LinedList"/>
    <dgm:cxn modelId="{B010AEFE-A977-43E6-8C19-666A0E49D762}" type="presOf" srcId="{3A8F95BA-ADB2-4CB6-9AD4-78C88CE38ECF}" destId="{7DF935A1-7C2C-4054-AD5B-62826185E37F}" srcOrd="0" destOrd="0" presId="urn:microsoft.com/office/officeart/2008/layout/LinedList"/>
    <dgm:cxn modelId="{0ED2A946-BBF9-4798-9B6B-CE8673318EAD}" type="presParOf" srcId="{F9FC208E-ADDA-4F8A-A61C-A3557A93F32B}" destId="{0109C59E-105D-4A10-9E69-DAB7468A6D1F}" srcOrd="0" destOrd="0" presId="urn:microsoft.com/office/officeart/2008/layout/LinedList"/>
    <dgm:cxn modelId="{F88BE470-D856-4460-B914-C615AEE687B7}" type="presParOf" srcId="{F9FC208E-ADDA-4F8A-A61C-A3557A93F32B}" destId="{EA932168-11B4-4BEE-9916-8B0771049500}" srcOrd="1" destOrd="0" presId="urn:microsoft.com/office/officeart/2008/layout/LinedList"/>
    <dgm:cxn modelId="{F7712BC1-D5A0-4147-8FBE-4D955FD8F291}" type="presParOf" srcId="{EA932168-11B4-4BEE-9916-8B0771049500}" destId="{E58D4307-036F-4A33-ABB6-C40B03CFE699}" srcOrd="0" destOrd="0" presId="urn:microsoft.com/office/officeart/2008/layout/LinedList"/>
    <dgm:cxn modelId="{7A0C9826-3278-489C-9434-A4950E8A658D}" type="presParOf" srcId="{EA932168-11B4-4BEE-9916-8B0771049500}" destId="{8A80AB91-D70A-4ECA-896B-1C096E69CE42}" srcOrd="1" destOrd="0" presId="urn:microsoft.com/office/officeart/2008/layout/LinedList"/>
    <dgm:cxn modelId="{43B9DD5C-545E-4CA1-91CC-9CA6B66BD47B}" type="presParOf" srcId="{F9FC208E-ADDA-4F8A-A61C-A3557A93F32B}" destId="{4405ACDB-416C-454A-9E2E-EDD45CE2878A}" srcOrd="2" destOrd="0" presId="urn:microsoft.com/office/officeart/2008/layout/LinedList"/>
    <dgm:cxn modelId="{866EFFB7-5DE6-4469-A574-E29B75CC38F1}" type="presParOf" srcId="{F9FC208E-ADDA-4F8A-A61C-A3557A93F32B}" destId="{031E55F8-408C-4FC1-B846-5D2CFB876AA1}" srcOrd="3" destOrd="0" presId="urn:microsoft.com/office/officeart/2008/layout/LinedList"/>
    <dgm:cxn modelId="{1AFBC176-252C-4743-BA80-3E0F12A3853D}" type="presParOf" srcId="{031E55F8-408C-4FC1-B846-5D2CFB876AA1}" destId="{9DDD387C-2A53-4863-8341-105C681B281D}" srcOrd="0" destOrd="0" presId="urn:microsoft.com/office/officeart/2008/layout/LinedList"/>
    <dgm:cxn modelId="{B01BAB29-C66F-45C7-8066-7A65C379FB4F}" type="presParOf" srcId="{031E55F8-408C-4FC1-B846-5D2CFB876AA1}" destId="{35F2A24E-3DC9-4C92-9B24-B3F9A9A6DA60}" srcOrd="1" destOrd="0" presId="urn:microsoft.com/office/officeart/2008/layout/LinedList"/>
    <dgm:cxn modelId="{E5981BD3-040F-4375-A80D-319DB23E3B86}" type="presParOf" srcId="{F9FC208E-ADDA-4F8A-A61C-A3557A93F32B}" destId="{F4A5E4E7-EE6D-42A5-8D42-72128F88E4F4}" srcOrd="4" destOrd="0" presId="urn:microsoft.com/office/officeart/2008/layout/LinedList"/>
    <dgm:cxn modelId="{0668E17B-1592-4A9E-B7AB-97FDF02313EF}" type="presParOf" srcId="{F9FC208E-ADDA-4F8A-A61C-A3557A93F32B}" destId="{18705207-14FE-4496-94E6-EE998D9EC91F}" srcOrd="5" destOrd="0" presId="urn:microsoft.com/office/officeart/2008/layout/LinedList"/>
    <dgm:cxn modelId="{C06A9A70-7109-4C77-8D7A-683480281D8F}" type="presParOf" srcId="{18705207-14FE-4496-94E6-EE998D9EC91F}" destId="{2A64E02D-ECC4-45AB-AAF2-C0432702AD50}" srcOrd="0" destOrd="0" presId="urn:microsoft.com/office/officeart/2008/layout/LinedList"/>
    <dgm:cxn modelId="{57FF4D77-95C3-49CE-8401-ABFC8CA722CD}" type="presParOf" srcId="{18705207-14FE-4496-94E6-EE998D9EC91F}" destId="{93504EFA-A59E-403D-90D3-C23B0325B137}" srcOrd="1" destOrd="0" presId="urn:microsoft.com/office/officeart/2008/layout/LinedList"/>
    <dgm:cxn modelId="{A30F88D7-6DB5-499F-AC81-160CC2E821C8}" type="presParOf" srcId="{F9FC208E-ADDA-4F8A-A61C-A3557A93F32B}" destId="{4E36EE26-9278-48BA-AFA5-A8915468DD46}" srcOrd="6" destOrd="0" presId="urn:microsoft.com/office/officeart/2008/layout/LinedList"/>
    <dgm:cxn modelId="{6196258C-4B00-484E-AB7C-0DD3CFA38286}" type="presParOf" srcId="{F9FC208E-ADDA-4F8A-A61C-A3557A93F32B}" destId="{ECDBFFD8-11E7-418E-B674-10B6A2EA1068}" srcOrd="7" destOrd="0" presId="urn:microsoft.com/office/officeart/2008/layout/LinedList"/>
    <dgm:cxn modelId="{61DE6251-B70D-44FC-A59D-7E908928D66B}" type="presParOf" srcId="{ECDBFFD8-11E7-418E-B674-10B6A2EA1068}" destId="{CBBE5461-C100-4BAA-8F43-199E03340C1C}" srcOrd="0" destOrd="0" presId="urn:microsoft.com/office/officeart/2008/layout/LinedList"/>
    <dgm:cxn modelId="{533F1C3F-18AC-4F72-8843-859277FD42FB}" type="presParOf" srcId="{ECDBFFD8-11E7-418E-B674-10B6A2EA1068}" destId="{B1274861-6C72-4EA1-BD76-DF4EC5DC540B}" srcOrd="1" destOrd="0" presId="urn:microsoft.com/office/officeart/2008/layout/LinedList"/>
    <dgm:cxn modelId="{8099B41C-0AE0-44BD-BBEC-1FB897355C5B}" type="presParOf" srcId="{F9FC208E-ADDA-4F8A-A61C-A3557A93F32B}" destId="{6F7A035E-A85E-475C-AF2D-C08F8C0C1DD7}" srcOrd="8" destOrd="0" presId="urn:microsoft.com/office/officeart/2008/layout/LinedList"/>
    <dgm:cxn modelId="{9F185858-7C8E-4C40-8438-3C47A84C71CD}" type="presParOf" srcId="{F9FC208E-ADDA-4F8A-A61C-A3557A93F32B}" destId="{F2285809-DA84-4EA0-8C29-3E62FCB94931}" srcOrd="9" destOrd="0" presId="urn:microsoft.com/office/officeart/2008/layout/LinedList"/>
    <dgm:cxn modelId="{52AF910D-2C10-4EDF-ABE8-BE6A6416F226}" type="presParOf" srcId="{F2285809-DA84-4EA0-8C29-3E62FCB94931}" destId="{C60586B3-07DE-4451-9C7E-F6F79D8743CE}" srcOrd="0" destOrd="0" presId="urn:microsoft.com/office/officeart/2008/layout/LinedList"/>
    <dgm:cxn modelId="{499891E3-3A56-43D7-9015-0E38A629E11F}" type="presParOf" srcId="{F2285809-DA84-4EA0-8C29-3E62FCB94931}" destId="{8DD5EF63-D2FF-47FC-BC64-C1FC03373997}" srcOrd="1" destOrd="0" presId="urn:microsoft.com/office/officeart/2008/layout/LinedList"/>
    <dgm:cxn modelId="{9EDFA218-A360-43BD-BBBF-4AFEDF401724}" type="presParOf" srcId="{F9FC208E-ADDA-4F8A-A61C-A3557A93F32B}" destId="{E0231FA0-18EF-4D4E-9132-EDA0002D7371}" srcOrd="10" destOrd="0" presId="urn:microsoft.com/office/officeart/2008/layout/LinedList"/>
    <dgm:cxn modelId="{B793D602-E0C5-4BB0-8440-5394F80A7D5A}" type="presParOf" srcId="{F9FC208E-ADDA-4F8A-A61C-A3557A93F32B}" destId="{613A9AD8-FF73-492B-BB79-9943EBB72B25}" srcOrd="11" destOrd="0" presId="urn:microsoft.com/office/officeart/2008/layout/LinedList"/>
    <dgm:cxn modelId="{2F97C24D-FF0E-4D97-ACDC-884D50D2370E}" type="presParOf" srcId="{613A9AD8-FF73-492B-BB79-9943EBB72B25}" destId="{B8D4FAE5-55B3-4902-8221-13670865ED3B}" srcOrd="0" destOrd="0" presId="urn:microsoft.com/office/officeart/2008/layout/LinedList"/>
    <dgm:cxn modelId="{1052D2C2-49E0-4EA9-B577-F420AA77B811}" type="presParOf" srcId="{613A9AD8-FF73-492B-BB79-9943EBB72B25}" destId="{1CC17835-3FF0-4E9E-9928-2187CF4D4B48}" srcOrd="1" destOrd="0" presId="urn:microsoft.com/office/officeart/2008/layout/LinedList"/>
    <dgm:cxn modelId="{73F2DF3A-519D-4E8B-901E-8835AA254D4E}" type="presParOf" srcId="{F9FC208E-ADDA-4F8A-A61C-A3557A93F32B}" destId="{14BE1D83-FE89-458C-AD8A-26C2677F4F56}" srcOrd="12" destOrd="0" presId="urn:microsoft.com/office/officeart/2008/layout/LinedList"/>
    <dgm:cxn modelId="{CA9A9BF2-DD65-4237-B124-789F8ACB7515}" type="presParOf" srcId="{F9FC208E-ADDA-4F8A-A61C-A3557A93F32B}" destId="{5749A7D4-6235-4EED-99CA-4D6A27F400B5}" srcOrd="13" destOrd="0" presId="urn:microsoft.com/office/officeart/2008/layout/LinedList"/>
    <dgm:cxn modelId="{A2C2683A-4BCC-41BF-BD1A-D04B97C83110}" type="presParOf" srcId="{5749A7D4-6235-4EED-99CA-4D6A27F400B5}" destId="{7DF935A1-7C2C-4054-AD5B-62826185E37F}" srcOrd="0" destOrd="0" presId="urn:microsoft.com/office/officeart/2008/layout/LinedList"/>
    <dgm:cxn modelId="{890A6383-3203-4401-8886-8C18CA0801F4}" type="presParOf" srcId="{5749A7D4-6235-4EED-99CA-4D6A27F400B5}" destId="{1D56B265-F730-4E4C-BFFE-69A6BBB1CEB7}" srcOrd="1" destOrd="0" presId="urn:microsoft.com/office/officeart/2008/layout/LinedList"/>
    <dgm:cxn modelId="{9F8F6C2E-015A-4D27-9AC0-86C0AF2CD599}" type="presParOf" srcId="{F9FC208E-ADDA-4F8A-A61C-A3557A93F32B}" destId="{13186670-9FFB-4512-8810-28D85BABFCB5}" srcOrd="14" destOrd="0" presId="urn:microsoft.com/office/officeart/2008/layout/LinedList"/>
    <dgm:cxn modelId="{9FFC1FA3-EA4A-4E75-8098-1CBA229C3CF6}" type="presParOf" srcId="{F9FC208E-ADDA-4F8A-A61C-A3557A93F32B}" destId="{3820061C-7BDA-45E3-9DBC-35311CEE6B2C}" srcOrd="15" destOrd="0" presId="urn:microsoft.com/office/officeart/2008/layout/LinedList"/>
    <dgm:cxn modelId="{BAE64422-7F5A-42C5-A38E-B342F52997E2}" type="presParOf" srcId="{3820061C-7BDA-45E3-9DBC-35311CEE6B2C}" destId="{FC7F76EA-F8F1-470A-9BE7-54C170DBFCC1}" srcOrd="0" destOrd="0" presId="urn:microsoft.com/office/officeart/2008/layout/LinedList"/>
    <dgm:cxn modelId="{FCE62150-5552-461C-8D9D-C1AD22D83BDE}" type="presParOf" srcId="{3820061C-7BDA-45E3-9DBC-35311CEE6B2C}" destId="{1659D148-5A0D-4C6A-A4E1-0562C18C02D1}" srcOrd="1" destOrd="0" presId="urn:microsoft.com/office/officeart/2008/layout/LinedList"/>
    <dgm:cxn modelId="{3007D6EF-5AB3-4E46-BA04-6388DCBD3884}" type="presParOf" srcId="{F9FC208E-ADDA-4F8A-A61C-A3557A93F32B}" destId="{8926335C-165D-4B0E-9BF5-D1A536F94673}" srcOrd="16" destOrd="0" presId="urn:microsoft.com/office/officeart/2008/layout/LinedList"/>
    <dgm:cxn modelId="{B1807C15-88B5-44FC-958D-47DA5C1690C5}" type="presParOf" srcId="{F9FC208E-ADDA-4F8A-A61C-A3557A93F32B}" destId="{9DA1BBC8-CC4E-49D8-A89F-9E2C185728E4}" srcOrd="17" destOrd="0" presId="urn:microsoft.com/office/officeart/2008/layout/LinedList"/>
    <dgm:cxn modelId="{FD513FBA-7569-4BDF-BD50-35E90EEE3BC2}" type="presParOf" srcId="{9DA1BBC8-CC4E-49D8-A89F-9E2C185728E4}" destId="{FA4DABBF-6D8D-49B8-B0F9-21DC54A6A2AC}" srcOrd="0" destOrd="0" presId="urn:microsoft.com/office/officeart/2008/layout/LinedList"/>
    <dgm:cxn modelId="{045ECED0-C36D-4986-83CB-9211FAA13116}" type="presParOf" srcId="{9DA1BBC8-CC4E-49D8-A89F-9E2C185728E4}" destId="{B119B688-2483-47BD-B8A8-30E8DDD1EB1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C43AE2-0E0D-4FE1-90DC-E6EA74C101B3}" type="doc">
      <dgm:prSet loTypeId="urn:microsoft.com/office/officeart/2024/3/layout/SimpleTimelineDefaultVariant" loCatId="Timeline" qsTypeId="urn:microsoft.com/office/officeart/2005/8/quickstyle/simple1" qsCatId="simple" csTypeId="urn:microsoft.com/office/officeart/2005/8/colors/SimpleTimelineDefaultColorVariant" csCatId="other" phldr="1"/>
      <dgm:spPr/>
      <dgm:t>
        <a:bodyPr/>
        <a:lstStyle/>
        <a:p>
          <a:endParaRPr lang="LID4096"/>
        </a:p>
      </dgm:t>
    </dgm:pt>
    <dgm:pt modelId="{05493822-473B-43EF-AE4C-22D4AD499389}">
      <dgm:prSet/>
      <dgm:spPr/>
      <dgm:t>
        <a:bodyPr/>
        <a:lstStyle/>
        <a:p>
          <a:pPr>
            <a:defRPr b="1"/>
          </a:pPr>
          <a:r>
            <a:rPr lang="en-US" dirty="0"/>
            <a:t>Maintaining Water Quality </a:t>
          </a:r>
          <a:endParaRPr lang="en-GH" dirty="0"/>
        </a:p>
      </dgm:t>
    </dgm:pt>
    <dgm:pt modelId="{F3C3123D-6A84-40C5-A9AE-8796F25CDB0A}" type="parTrans" cxnId="{A646A41D-49A3-4096-A6A8-83004351BD8E}">
      <dgm:prSet/>
      <dgm:spPr/>
      <dgm:t>
        <a:bodyPr/>
        <a:lstStyle/>
        <a:p>
          <a:endParaRPr lang="LID4096"/>
        </a:p>
      </dgm:t>
    </dgm:pt>
    <dgm:pt modelId="{E32A9B98-9CB5-43C1-9041-74589D588B3C}" type="sibTrans" cxnId="{A646A41D-49A3-4096-A6A8-83004351BD8E}">
      <dgm:prSet/>
      <dgm:spPr/>
      <dgm:t>
        <a:bodyPr/>
        <a:lstStyle/>
        <a:p>
          <a:endParaRPr lang="LID4096"/>
        </a:p>
      </dgm:t>
    </dgm:pt>
    <dgm:pt modelId="{C89EFF05-CC84-4853-B281-5EFCBEEA1E9F}">
      <dgm:prSet/>
      <dgm:spPr/>
      <dgm:t>
        <a:bodyPr/>
        <a:lstStyle/>
        <a:p>
          <a:r>
            <a:rPr lang="en-US" dirty="0"/>
            <a:t>Making sure safe and hygienic pool water is essential to protect users from infections, irritation and harmful contaminants </a:t>
          </a:r>
          <a:endParaRPr lang="en-GH" dirty="0"/>
        </a:p>
      </dgm:t>
    </dgm:pt>
    <dgm:pt modelId="{2DBCC394-48DD-4873-A172-91D2DD6B41C8}" type="parTrans" cxnId="{165AA1AD-198A-4444-978A-EE36907B48FA}">
      <dgm:prSet/>
      <dgm:spPr/>
      <dgm:t>
        <a:bodyPr/>
        <a:lstStyle/>
        <a:p>
          <a:endParaRPr lang="LID4096"/>
        </a:p>
      </dgm:t>
    </dgm:pt>
    <dgm:pt modelId="{009E210F-D765-4A24-983F-483D041AE39F}" type="sibTrans" cxnId="{165AA1AD-198A-4444-978A-EE36907B48FA}">
      <dgm:prSet/>
      <dgm:spPr/>
      <dgm:t>
        <a:bodyPr/>
        <a:lstStyle/>
        <a:p>
          <a:endParaRPr lang="LID4096"/>
        </a:p>
      </dgm:t>
    </dgm:pt>
    <dgm:pt modelId="{A5B0B315-61CD-4307-82C7-2481B9C26779}">
      <dgm:prSet/>
      <dgm:spPr/>
      <dgm:t>
        <a:bodyPr/>
        <a:lstStyle/>
        <a:p>
          <a:pPr>
            <a:defRPr b="1"/>
          </a:pPr>
          <a:r>
            <a:rPr lang="en-US" dirty="0"/>
            <a:t>Increased Turbidity</a:t>
          </a:r>
          <a:endParaRPr lang="en-GH" dirty="0"/>
        </a:p>
      </dgm:t>
    </dgm:pt>
    <dgm:pt modelId="{08BFAB6E-A8B3-40A0-8581-65CCEB262EB1}" type="parTrans" cxnId="{9A94327C-6EDD-49E7-8FB2-5E2B78FD62D9}">
      <dgm:prSet/>
      <dgm:spPr/>
      <dgm:t>
        <a:bodyPr/>
        <a:lstStyle/>
        <a:p>
          <a:endParaRPr lang="LID4096"/>
        </a:p>
      </dgm:t>
    </dgm:pt>
    <dgm:pt modelId="{51E43113-191E-446B-AD8A-5DEA68C5D1A1}" type="sibTrans" cxnId="{9A94327C-6EDD-49E7-8FB2-5E2B78FD62D9}">
      <dgm:prSet/>
      <dgm:spPr/>
      <dgm:t>
        <a:bodyPr/>
        <a:lstStyle/>
        <a:p>
          <a:endParaRPr lang="LID4096"/>
        </a:p>
      </dgm:t>
    </dgm:pt>
    <dgm:pt modelId="{AFD79480-64EA-47DC-960A-1459C8437EC8}">
      <dgm:prSet/>
      <dgm:spPr/>
      <dgm:t>
        <a:bodyPr/>
        <a:lstStyle/>
        <a:p>
          <a:r>
            <a:rPr lang="en-US" dirty="0"/>
            <a:t>Cloudy or unclear water is mostly used as signals for presence of microorganisms or pollutants. </a:t>
          </a:r>
          <a:endParaRPr lang="en-GH" dirty="0"/>
        </a:p>
      </dgm:t>
    </dgm:pt>
    <dgm:pt modelId="{647AFC4B-A4B0-4368-AD55-C63CA3824A4A}" type="parTrans" cxnId="{F655A716-0070-47B6-A9C5-8648EA854A9B}">
      <dgm:prSet/>
      <dgm:spPr/>
      <dgm:t>
        <a:bodyPr/>
        <a:lstStyle/>
        <a:p>
          <a:endParaRPr lang="LID4096"/>
        </a:p>
      </dgm:t>
    </dgm:pt>
    <dgm:pt modelId="{36C9F801-5DCF-4048-B786-7814E8B77940}" type="sibTrans" cxnId="{F655A716-0070-47B6-A9C5-8648EA854A9B}">
      <dgm:prSet/>
      <dgm:spPr/>
      <dgm:t>
        <a:bodyPr/>
        <a:lstStyle/>
        <a:p>
          <a:endParaRPr lang="LID4096"/>
        </a:p>
      </dgm:t>
    </dgm:pt>
    <dgm:pt modelId="{88C48698-FF8D-4F3D-8824-656BF3F5582E}">
      <dgm:prSet/>
      <dgm:spPr/>
      <dgm:t>
        <a:bodyPr/>
        <a:lstStyle/>
        <a:p>
          <a:pPr>
            <a:defRPr b="1"/>
          </a:pPr>
          <a:r>
            <a:rPr lang="en-US" dirty="0"/>
            <a:t>pH level imbalance</a:t>
          </a:r>
          <a:endParaRPr lang="en-GH" dirty="0"/>
        </a:p>
      </dgm:t>
    </dgm:pt>
    <dgm:pt modelId="{58B95D33-6B9C-4BAE-AF7F-FEC079517B1E}" type="parTrans" cxnId="{6765EDE6-8AE7-43A7-B3BC-CC1CA75CC388}">
      <dgm:prSet/>
      <dgm:spPr/>
      <dgm:t>
        <a:bodyPr/>
        <a:lstStyle/>
        <a:p>
          <a:endParaRPr lang="LID4096"/>
        </a:p>
      </dgm:t>
    </dgm:pt>
    <dgm:pt modelId="{1DFF6180-5BB0-4D30-AD8D-1DE103C20422}" type="sibTrans" cxnId="{6765EDE6-8AE7-43A7-B3BC-CC1CA75CC388}">
      <dgm:prSet/>
      <dgm:spPr/>
      <dgm:t>
        <a:bodyPr/>
        <a:lstStyle/>
        <a:p>
          <a:endParaRPr lang="LID4096"/>
        </a:p>
      </dgm:t>
    </dgm:pt>
    <dgm:pt modelId="{5C4CB667-92D8-462C-AE44-59291E032DC4}">
      <dgm:prSet/>
      <dgm:spPr/>
      <dgm:t>
        <a:bodyPr/>
        <a:lstStyle/>
        <a:p>
          <a:r>
            <a:rPr lang="en-US" dirty="0"/>
            <a:t>When pH of the water is too acidic or too alkaline, it causes discomfort to the users of the pool water and it affects the effectiveness of the disinfectants</a:t>
          </a:r>
          <a:endParaRPr lang="en-GH" dirty="0"/>
        </a:p>
      </dgm:t>
    </dgm:pt>
    <dgm:pt modelId="{2B89ECBF-D406-4408-9ADF-902EDA70723E}" type="parTrans" cxnId="{45C6A646-C1BB-4DC7-8EBA-93B8D042EDCE}">
      <dgm:prSet/>
      <dgm:spPr/>
      <dgm:t>
        <a:bodyPr/>
        <a:lstStyle/>
        <a:p>
          <a:endParaRPr lang="LID4096"/>
        </a:p>
      </dgm:t>
    </dgm:pt>
    <dgm:pt modelId="{EB9BD921-8465-49A7-AEFE-FB5A08DE7185}" type="sibTrans" cxnId="{45C6A646-C1BB-4DC7-8EBA-93B8D042EDCE}">
      <dgm:prSet/>
      <dgm:spPr/>
      <dgm:t>
        <a:bodyPr/>
        <a:lstStyle/>
        <a:p>
          <a:endParaRPr lang="LID4096"/>
        </a:p>
      </dgm:t>
    </dgm:pt>
    <dgm:pt modelId="{77EA9DD1-F8A0-44FE-B2DD-473970091E72}">
      <dgm:prSet/>
      <dgm:spPr/>
      <dgm:t>
        <a:bodyPr/>
        <a:lstStyle/>
        <a:p>
          <a:pPr>
            <a:defRPr b="1"/>
          </a:pPr>
          <a:r>
            <a:rPr lang="en-US" dirty="0"/>
            <a:t>Need for Automated Monitoring</a:t>
          </a:r>
          <a:endParaRPr lang="en-GH" dirty="0"/>
        </a:p>
      </dgm:t>
    </dgm:pt>
    <dgm:pt modelId="{1CA06EFB-458C-4173-BD03-57486AA89DCE}" type="parTrans" cxnId="{563419D6-8CC0-450B-BE5A-7F66773AB703}">
      <dgm:prSet/>
      <dgm:spPr/>
      <dgm:t>
        <a:bodyPr/>
        <a:lstStyle/>
        <a:p>
          <a:endParaRPr lang="LID4096"/>
        </a:p>
      </dgm:t>
    </dgm:pt>
    <dgm:pt modelId="{2331DF9D-590D-4A32-ABFA-F32329AA23FF}" type="sibTrans" cxnId="{563419D6-8CC0-450B-BE5A-7F66773AB703}">
      <dgm:prSet/>
      <dgm:spPr/>
      <dgm:t>
        <a:bodyPr/>
        <a:lstStyle/>
        <a:p>
          <a:endParaRPr lang="LID4096"/>
        </a:p>
      </dgm:t>
    </dgm:pt>
    <dgm:pt modelId="{970416FD-AE4F-47FB-90BB-C1CC8ECF9B46}">
      <dgm:prSet/>
      <dgm:spPr/>
      <dgm:t>
        <a:bodyPr/>
        <a:lstStyle/>
        <a:p>
          <a:r>
            <a:rPr lang="en-US" dirty="0"/>
            <a:t>There is the need for the system to continuously track the quality of water and alert lifeguards when the water becomes unsafe for the users</a:t>
          </a:r>
          <a:endParaRPr lang="en-GH" dirty="0"/>
        </a:p>
      </dgm:t>
    </dgm:pt>
    <dgm:pt modelId="{8A3BE6CC-F68F-455B-8424-81181E3CC761}" type="parTrans" cxnId="{06854AFE-595D-485D-A7CE-4E7259F55A67}">
      <dgm:prSet/>
      <dgm:spPr/>
      <dgm:t>
        <a:bodyPr/>
        <a:lstStyle/>
        <a:p>
          <a:endParaRPr lang="LID4096"/>
        </a:p>
      </dgm:t>
    </dgm:pt>
    <dgm:pt modelId="{4267738B-7178-41CD-9097-C1D027DF5835}" type="sibTrans" cxnId="{06854AFE-595D-485D-A7CE-4E7259F55A67}">
      <dgm:prSet/>
      <dgm:spPr/>
      <dgm:t>
        <a:bodyPr/>
        <a:lstStyle/>
        <a:p>
          <a:endParaRPr lang="LID4096"/>
        </a:p>
      </dgm:t>
    </dgm:pt>
    <dgm:pt modelId="{6E050490-F66D-491B-BD6F-83BFFE60E8CB}">
      <dgm:prSet/>
      <dgm:spPr/>
      <dgm:t>
        <a:bodyPr/>
        <a:lstStyle/>
        <a:p>
          <a:pPr>
            <a:defRPr b="1"/>
          </a:pPr>
          <a:r>
            <a:rPr lang="en-US" dirty="0"/>
            <a:t> Temperature Variations</a:t>
          </a:r>
          <a:endParaRPr lang="en-GH" dirty="0"/>
        </a:p>
      </dgm:t>
    </dgm:pt>
    <dgm:pt modelId="{8C3DB8AB-E8E7-4980-BEDC-10D8AF6FAB1A}" type="parTrans" cxnId="{69399FB5-9C75-4578-922C-3C648D5B4BF4}">
      <dgm:prSet/>
      <dgm:spPr/>
      <dgm:t>
        <a:bodyPr/>
        <a:lstStyle/>
        <a:p>
          <a:endParaRPr lang="LID4096"/>
        </a:p>
      </dgm:t>
    </dgm:pt>
    <dgm:pt modelId="{37AA6AAA-0598-42BB-9338-FB02E6D6A3A8}" type="sibTrans" cxnId="{69399FB5-9C75-4578-922C-3C648D5B4BF4}">
      <dgm:prSet/>
      <dgm:spPr/>
      <dgm:t>
        <a:bodyPr/>
        <a:lstStyle/>
        <a:p>
          <a:endParaRPr lang="LID4096"/>
        </a:p>
      </dgm:t>
    </dgm:pt>
    <dgm:pt modelId="{E5A72BB5-28E0-4E40-B340-C2DD4951F225}">
      <dgm:prSet/>
      <dgm:spPr/>
      <dgm:t>
        <a:bodyPr/>
        <a:lstStyle/>
        <a:p>
          <a:r>
            <a:rPr lang="en-US" dirty="0"/>
            <a:t>Higher or lower temperature water creates favorable conditions for bacterial growth which increases the risk of contamination </a:t>
          </a:r>
          <a:endParaRPr lang="en-GH" dirty="0"/>
        </a:p>
      </dgm:t>
    </dgm:pt>
    <dgm:pt modelId="{C4A94CE7-0814-42D9-90A5-A1805C98E65F}" type="parTrans" cxnId="{FEC24162-60B5-4F21-A3A3-C65CFEF62B90}">
      <dgm:prSet/>
      <dgm:spPr/>
      <dgm:t>
        <a:bodyPr/>
        <a:lstStyle/>
        <a:p>
          <a:endParaRPr lang="LID4096"/>
        </a:p>
      </dgm:t>
    </dgm:pt>
    <dgm:pt modelId="{0F3D471E-A560-46EB-94C1-BFE70801738A}" type="sibTrans" cxnId="{FEC24162-60B5-4F21-A3A3-C65CFEF62B90}">
      <dgm:prSet/>
      <dgm:spPr/>
      <dgm:t>
        <a:bodyPr/>
        <a:lstStyle/>
        <a:p>
          <a:endParaRPr lang="LID4096"/>
        </a:p>
      </dgm:t>
    </dgm:pt>
    <dgm:pt modelId="{8ACABC00-73DF-4559-A826-44413AB9F475}" type="pres">
      <dgm:prSet presAssocID="{3DC43AE2-0E0D-4FE1-90DC-E6EA74C101B3}" presName="root" presStyleCnt="0">
        <dgm:presLayoutVars>
          <dgm:chMax/>
          <dgm:chPref/>
          <dgm:animLvl val="lvl"/>
        </dgm:presLayoutVars>
      </dgm:prSet>
      <dgm:spPr/>
    </dgm:pt>
    <dgm:pt modelId="{0B148B99-DF91-471F-9A1B-AC97B3A859D1}" type="pres">
      <dgm:prSet presAssocID="{3DC43AE2-0E0D-4FE1-90DC-E6EA74C101B3}" presName="divider" presStyleLbl="alignAcc1" presStyleIdx="0" presStyleCnt="1"/>
      <dgm:spPr>
        <a:solidFill>
          <a:schemeClr val="dk2">
            <a:alpha val="90000"/>
            <a:hueOff val="0"/>
            <a:satOff val="0"/>
            <a:lumOff val="0"/>
            <a:alphaOff val="0"/>
          </a:schemeClr>
        </a:solidFill>
        <a:ln w="12050" cap="flat" cmpd="sng" algn="ctr">
          <a:solidFill>
            <a:schemeClr val="dk2">
              <a:hueOff val="0"/>
              <a:satOff val="0"/>
              <a:lumOff val="0"/>
              <a:alphaOff val="0"/>
            </a:schemeClr>
          </a:solidFill>
          <a:prstDash val="solid"/>
          <a:miter lim="800000"/>
          <a:tailEnd type="arrow" w="med" len="med"/>
        </a:ln>
        <a:effectLst/>
      </dgm:spPr>
    </dgm:pt>
    <dgm:pt modelId="{4CA5E7B3-1B75-4CB9-8D2A-4AC067357861}" type="pres">
      <dgm:prSet presAssocID="{3DC43AE2-0E0D-4FE1-90DC-E6EA74C101B3}" presName="nodes" presStyleCnt="0">
        <dgm:presLayoutVars>
          <dgm:chMax/>
          <dgm:chPref/>
          <dgm:animLvl val="lvl"/>
        </dgm:presLayoutVars>
      </dgm:prSet>
      <dgm:spPr/>
    </dgm:pt>
    <dgm:pt modelId="{D67E6F79-C990-43C4-9C0F-6524E25FCC65}" type="pres">
      <dgm:prSet presAssocID="{05493822-473B-43EF-AE4C-22D4AD499389}" presName="composite" presStyleCnt="0"/>
      <dgm:spPr/>
    </dgm:pt>
    <dgm:pt modelId="{FB1D4578-26F0-44C1-814A-341A20BD2466}" type="pres">
      <dgm:prSet presAssocID="{05493822-473B-43EF-AE4C-22D4AD499389}" presName="ConnectorPoint" presStyleLbl="lnNode1" presStyleIdx="0" presStyleCnt="5"/>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06669840-4D70-4ACE-8977-0DC894221C9E}" type="pres">
      <dgm:prSet presAssocID="{05493822-473B-43EF-AE4C-22D4AD499389}" presName="DropPinPlaceHolder" presStyleCnt="0"/>
      <dgm:spPr/>
    </dgm:pt>
    <dgm:pt modelId="{51E11042-2B0A-499F-9322-186BF5B8701C}" type="pres">
      <dgm:prSet presAssocID="{05493822-473B-43EF-AE4C-22D4AD499389}" presName="DropPin" presStyleLbl="alignNode1" presStyleIdx="0" presStyleCnt="10"/>
      <dgm:spPr/>
    </dgm:pt>
    <dgm:pt modelId="{9BBD45BC-8D86-42A5-9276-293724B23AA8}" type="pres">
      <dgm:prSet presAssocID="{05493822-473B-43EF-AE4C-22D4AD499389}" presName="Ellipse" presStyleLbl="fgAcc1" presStyleIdx="0" presStyleCnt="5"/>
      <dgm:spPr>
        <a:solidFill>
          <a:schemeClr val="accent1">
            <a:alpha val="90000"/>
            <a:hueOff val="0"/>
            <a:satOff val="0"/>
            <a:lumOff val="0"/>
            <a:alphaOff val="0"/>
          </a:schemeClr>
        </a:solidFill>
        <a:ln w="19050" cap="flat" cmpd="sng" algn="ctr">
          <a:noFill/>
          <a:prstDash val="solid"/>
          <a:miter lim="800000"/>
        </a:ln>
        <a:effectLst/>
      </dgm:spPr>
    </dgm:pt>
    <dgm:pt modelId="{922D0BB8-0590-43A8-B370-E71644FAF5B4}" type="pres">
      <dgm:prSet presAssocID="{05493822-473B-43EF-AE4C-22D4AD499389}" presName="L2TextContainer" presStyleLbl="revTx" presStyleIdx="0" presStyleCnt="5">
        <dgm:presLayoutVars>
          <dgm:bulletEnabled val="1"/>
        </dgm:presLayoutVars>
      </dgm:prSet>
      <dgm:spPr/>
    </dgm:pt>
    <dgm:pt modelId="{F2FA5D8E-FF88-4335-A55F-8BE10ABCCC9B}" type="pres">
      <dgm:prSet presAssocID="{05493822-473B-43EF-AE4C-22D4AD499389}" presName="L1TextContainer" presStyleLbl="alignNode1" presStyleIdx="1" presStyleCnt="10">
        <dgm:presLayoutVars>
          <dgm:chMax val="1"/>
          <dgm:chPref val="1"/>
          <dgm:bulletEnabled val="1"/>
        </dgm:presLayoutVars>
      </dgm:prSet>
      <dgm:spPr/>
    </dgm:pt>
    <dgm:pt modelId="{FE6095A1-9D4C-47A9-B3A5-3C45D4F0A51E}" type="pres">
      <dgm:prSet presAssocID="{05493822-473B-43EF-AE4C-22D4AD499389}" presName="ConnectLine" presStyleLbl="sibTrans1D1" presStyleIdx="0" presStyleCnt="5"/>
      <dgm:spPr/>
    </dgm:pt>
    <dgm:pt modelId="{00910B32-9758-4DC6-97B3-2FDA10166C9D}" type="pres">
      <dgm:prSet presAssocID="{05493822-473B-43EF-AE4C-22D4AD499389}" presName="EmptyPlaceHolder" presStyleCnt="0"/>
      <dgm:spPr/>
    </dgm:pt>
    <dgm:pt modelId="{837DE29F-612F-4E16-95AA-EF80ACA82BFE}" type="pres">
      <dgm:prSet presAssocID="{E32A9B98-9CB5-43C1-9041-74589D588B3C}" presName="spaceBetweenRectangles" presStyleCnt="0"/>
      <dgm:spPr/>
    </dgm:pt>
    <dgm:pt modelId="{2F6DD8F3-2A95-409A-BE24-C18F241507A1}" type="pres">
      <dgm:prSet presAssocID="{A5B0B315-61CD-4307-82C7-2481B9C26779}" presName="composite" presStyleCnt="0"/>
      <dgm:spPr/>
    </dgm:pt>
    <dgm:pt modelId="{DE8E1BD9-E686-44F3-9E7D-A458D6343FC2}" type="pres">
      <dgm:prSet presAssocID="{A5B0B315-61CD-4307-82C7-2481B9C26779}" presName="ConnectorPoint" presStyleLbl="lnNode1" presStyleIdx="1" presStyleCnt="5"/>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6BA4BB91-FD81-4F5E-A869-A1B7669245B0}" type="pres">
      <dgm:prSet presAssocID="{A5B0B315-61CD-4307-82C7-2481B9C26779}" presName="DropPinPlaceHolder" presStyleCnt="0"/>
      <dgm:spPr/>
    </dgm:pt>
    <dgm:pt modelId="{8C821E7D-9C9C-425E-BF32-4C540E08658B}" type="pres">
      <dgm:prSet presAssocID="{A5B0B315-61CD-4307-82C7-2481B9C26779}" presName="DropPin" presStyleLbl="alignNode1" presStyleIdx="2" presStyleCnt="10"/>
      <dgm:spPr/>
    </dgm:pt>
    <dgm:pt modelId="{C3CB16CE-4D71-4A43-80D3-4DA89AFCF0B9}" type="pres">
      <dgm:prSet presAssocID="{A5B0B315-61CD-4307-82C7-2481B9C26779}" presName="Ellipse" presStyleLbl="fgAcc1" presStyleIdx="1" presStyleCnt="5"/>
      <dgm:spPr>
        <a:solidFill>
          <a:schemeClr val="accent1">
            <a:alpha val="90000"/>
            <a:hueOff val="0"/>
            <a:satOff val="0"/>
            <a:lumOff val="0"/>
            <a:alphaOff val="0"/>
          </a:schemeClr>
        </a:solidFill>
        <a:ln w="19050" cap="flat" cmpd="sng" algn="ctr">
          <a:noFill/>
          <a:prstDash val="solid"/>
          <a:miter lim="800000"/>
        </a:ln>
        <a:effectLst/>
      </dgm:spPr>
    </dgm:pt>
    <dgm:pt modelId="{D4E54326-C773-4F30-ABA2-B4504966C8E9}" type="pres">
      <dgm:prSet presAssocID="{A5B0B315-61CD-4307-82C7-2481B9C26779}" presName="L2TextContainer" presStyleLbl="revTx" presStyleIdx="1" presStyleCnt="5">
        <dgm:presLayoutVars>
          <dgm:bulletEnabled val="1"/>
        </dgm:presLayoutVars>
      </dgm:prSet>
      <dgm:spPr/>
    </dgm:pt>
    <dgm:pt modelId="{543B3581-6F95-45D3-8347-AA2BDB73581F}" type="pres">
      <dgm:prSet presAssocID="{A5B0B315-61CD-4307-82C7-2481B9C26779}" presName="L1TextContainer" presStyleLbl="alignNode1" presStyleIdx="3" presStyleCnt="10">
        <dgm:presLayoutVars>
          <dgm:chMax val="1"/>
          <dgm:chPref val="1"/>
          <dgm:bulletEnabled val="1"/>
        </dgm:presLayoutVars>
      </dgm:prSet>
      <dgm:spPr/>
    </dgm:pt>
    <dgm:pt modelId="{098E6635-5680-4A3F-82C1-4320BB244C64}" type="pres">
      <dgm:prSet presAssocID="{A5B0B315-61CD-4307-82C7-2481B9C26779}" presName="ConnectLine" presStyleLbl="sibTrans1D1" presStyleIdx="1" presStyleCnt="5"/>
      <dgm:spPr/>
    </dgm:pt>
    <dgm:pt modelId="{984EA4FD-50C7-461F-9BE7-9A6582DF7B5D}" type="pres">
      <dgm:prSet presAssocID="{A5B0B315-61CD-4307-82C7-2481B9C26779}" presName="EmptyPlaceHolder" presStyleCnt="0"/>
      <dgm:spPr/>
    </dgm:pt>
    <dgm:pt modelId="{019A1EE8-0A35-46A3-B964-AEFAD3FF64D1}" type="pres">
      <dgm:prSet presAssocID="{51E43113-191E-446B-AD8A-5DEA68C5D1A1}" presName="spaceBetweenRectangles" presStyleCnt="0"/>
      <dgm:spPr/>
    </dgm:pt>
    <dgm:pt modelId="{580199F5-489F-49DB-AB9F-0DC1DF05B25B}" type="pres">
      <dgm:prSet presAssocID="{88C48698-FF8D-4F3D-8824-656BF3F5582E}" presName="composite" presStyleCnt="0"/>
      <dgm:spPr/>
    </dgm:pt>
    <dgm:pt modelId="{6C3A247B-AAD2-439D-803C-CBA6A9F95BCD}" type="pres">
      <dgm:prSet presAssocID="{88C48698-FF8D-4F3D-8824-656BF3F5582E}" presName="ConnectorPoint" presStyleLbl="lnNode1" presStyleIdx="2" presStyleCnt="5"/>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EA4AD79C-E701-47C0-AD6A-95414D63421F}" type="pres">
      <dgm:prSet presAssocID="{88C48698-FF8D-4F3D-8824-656BF3F5582E}" presName="DropPinPlaceHolder" presStyleCnt="0"/>
      <dgm:spPr/>
    </dgm:pt>
    <dgm:pt modelId="{E5ABD855-11EC-422A-89B3-25F6C55B0E10}" type="pres">
      <dgm:prSet presAssocID="{88C48698-FF8D-4F3D-8824-656BF3F5582E}" presName="DropPin" presStyleLbl="alignNode1" presStyleIdx="4" presStyleCnt="10"/>
      <dgm:spPr/>
    </dgm:pt>
    <dgm:pt modelId="{C0D536CD-FFAC-4C5B-9D43-BBC3B0D1A1C1}" type="pres">
      <dgm:prSet presAssocID="{88C48698-FF8D-4F3D-8824-656BF3F5582E}" presName="Ellipse" presStyleLbl="fgAcc1" presStyleIdx="2" presStyleCnt="5"/>
      <dgm:spPr>
        <a:solidFill>
          <a:schemeClr val="accent1">
            <a:alpha val="90000"/>
            <a:hueOff val="0"/>
            <a:satOff val="0"/>
            <a:lumOff val="0"/>
            <a:alphaOff val="0"/>
          </a:schemeClr>
        </a:solidFill>
        <a:ln w="19050" cap="flat" cmpd="sng" algn="ctr">
          <a:noFill/>
          <a:prstDash val="solid"/>
          <a:miter lim="800000"/>
        </a:ln>
        <a:effectLst/>
      </dgm:spPr>
    </dgm:pt>
    <dgm:pt modelId="{946E2214-31C4-4373-9765-2E5446FFF722}" type="pres">
      <dgm:prSet presAssocID="{88C48698-FF8D-4F3D-8824-656BF3F5582E}" presName="L2TextContainer" presStyleLbl="revTx" presStyleIdx="2" presStyleCnt="5">
        <dgm:presLayoutVars>
          <dgm:bulletEnabled val="1"/>
        </dgm:presLayoutVars>
      </dgm:prSet>
      <dgm:spPr/>
    </dgm:pt>
    <dgm:pt modelId="{0A42A40C-51F2-431D-8CAD-FCA3A727923B}" type="pres">
      <dgm:prSet presAssocID="{88C48698-FF8D-4F3D-8824-656BF3F5582E}" presName="L1TextContainer" presStyleLbl="alignNode1" presStyleIdx="5" presStyleCnt="10">
        <dgm:presLayoutVars>
          <dgm:chMax val="1"/>
          <dgm:chPref val="1"/>
          <dgm:bulletEnabled val="1"/>
        </dgm:presLayoutVars>
      </dgm:prSet>
      <dgm:spPr/>
    </dgm:pt>
    <dgm:pt modelId="{81F04C29-A6CC-40E1-8601-44E7F270F5AF}" type="pres">
      <dgm:prSet presAssocID="{88C48698-FF8D-4F3D-8824-656BF3F5582E}" presName="ConnectLine" presStyleLbl="sibTrans1D1" presStyleIdx="2" presStyleCnt="5"/>
      <dgm:spPr/>
    </dgm:pt>
    <dgm:pt modelId="{E4225324-DF6E-4101-9D5E-7E96BF4BFE31}" type="pres">
      <dgm:prSet presAssocID="{88C48698-FF8D-4F3D-8824-656BF3F5582E}" presName="EmptyPlaceHolder" presStyleCnt="0"/>
      <dgm:spPr/>
    </dgm:pt>
    <dgm:pt modelId="{BDAB87E6-672A-4F2F-945A-D9A4648A63AA}" type="pres">
      <dgm:prSet presAssocID="{1DFF6180-5BB0-4D30-AD8D-1DE103C20422}" presName="spaceBetweenRectangles" presStyleCnt="0"/>
      <dgm:spPr/>
    </dgm:pt>
    <dgm:pt modelId="{CF930F4A-54A8-45BD-8083-8EC3CA430B14}" type="pres">
      <dgm:prSet presAssocID="{77EA9DD1-F8A0-44FE-B2DD-473970091E72}" presName="composite" presStyleCnt="0"/>
      <dgm:spPr/>
    </dgm:pt>
    <dgm:pt modelId="{00CFFD81-CE33-4A1C-AFAB-4D208199E1FF}" type="pres">
      <dgm:prSet presAssocID="{77EA9DD1-F8A0-44FE-B2DD-473970091E72}" presName="ConnectorPoint" presStyleLbl="lnNode1" presStyleIdx="3" presStyleCnt="5"/>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C089195C-5F51-4A83-A544-536C4B2AB987}" type="pres">
      <dgm:prSet presAssocID="{77EA9DD1-F8A0-44FE-B2DD-473970091E72}" presName="DropPinPlaceHolder" presStyleCnt="0"/>
      <dgm:spPr/>
    </dgm:pt>
    <dgm:pt modelId="{4AED2ACB-D93E-483E-BBE8-3DAF7BF56F23}" type="pres">
      <dgm:prSet presAssocID="{77EA9DD1-F8A0-44FE-B2DD-473970091E72}" presName="DropPin" presStyleLbl="alignNode1" presStyleIdx="6" presStyleCnt="10"/>
      <dgm:spPr/>
    </dgm:pt>
    <dgm:pt modelId="{87E156F8-9B49-4572-9DA4-B6874F2C370D}" type="pres">
      <dgm:prSet presAssocID="{77EA9DD1-F8A0-44FE-B2DD-473970091E72}" presName="Ellipse" presStyleLbl="fgAcc1" presStyleIdx="3" presStyleCnt="5"/>
      <dgm:spPr>
        <a:solidFill>
          <a:schemeClr val="accent1">
            <a:alpha val="90000"/>
            <a:hueOff val="0"/>
            <a:satOff val="0"/>
            <a:lumOff val="0"/>
            <a:alphaOff val="0"/>
          </a:schemeClr>
        </a:solidFill>
        <a:ln w="19050" cap="flat" cmpd="sng" algn="ctr">
          <a:noFill/>
          <a:prstDash val="solid"/>
          <a:miter lim="800000"/>
        </a:ln>
        <a:effectLst/>
      </dgm:spPr>
    </dgm:pt>
    <dgm:pt modelId="{6BD274F6-14E9-49D6-9334-82E2DD8B8B41}" type="pres">
      <dgm:prSet presAssocID="{77EA9DD1-F8A0-44FE-B2DD-473970091E72}" presName="L2TextContainer" presStyleLbl="revTx" presStyleIdx="3" presStyleCnt="5">
        <dgm:presLayoutVars>
          <dgm:bulletEnabled val="1"/>
        </dgm:presLayoutVars>
      </dgm:prSet>
      <dgm:spPr/>
    </dgm:pt>
    <dgm:pt modelId="{8B10F5F5-B62C-4328-B89D-D7981E4E5AB6}" type="pres">
      <dgm:prSet presAssocID="{77EA9DD1-F8A0-44FE-B2DD-473970091E72}" presName="L1TextContainer" presStyleLbl="alignNode1" presStyleIdx="7" presStyleCnt="10">
        <dgm:presLayoutVars>
          <dgm:chMax val="1"/>
          <dgm:chPref val="1"/>
          <dgm:bulletEnabled val="1"/>
        </dgm:presLayoutVars>
      </dgm:prSet>
      <dgm:spPr/>
    </dgm:pt>
    <dgm:pt modelId="{ACD7B952-6030-49D1-85E2-F73216FF8877}" type="pres">
      <dgm:prSet presAssocID="{77EA9DD1-F8A0-44FE-B2DD-473970091E72}" presName="ConnectLine" presStyleLbl="sibTrans1D1" presStyleIdx="3" presStyleCnt="5"/>
      <dgm:spPr/>
    </dgm:pt>
    <dgm:pt modelId="{97BE7521-1F3C-4A19-8D19-82F63A0C3890}" type="pres">
      <dgm:prSet presAssocID="{77EA9DD1-F8A0-44FE-B2DD-473970091E72}" presName="EmptyPlaceHolder" presStyleCnt="0"/>
      <dgm:spPr/>
    </dgm:pt>
    <dgm:pt modelId="{2B1407BA-5E7E-404D-8332-0C1C9A3F7C31}" type="pres">
      <dgm:prSet presAssocID="{2331DF9D-590D-4A32-ABFA-F32329AA23FF}" presName="spaceBetweenRectangles" presStyleCnt="0"/>
      <dgm:spPr/>
    </dgm:pt>
    <dgm:pt modelId="{503C36F7-4DE3-4FD1-A438-EDCDC6CD1C3E}" type="pres">
      <dgm:prSet presAssocID="{6E050490-F66D-491B-BD6F-83BFFE60E8CB}" presName="composite" presStyleCnt="0"/>
      <dgm:spPr/>
    </dgm:pt>
    <dgm:pt modelId="{BA75E123-B8E7-4584-B7B8-629463F31EC5}" type="pres">
      <dgm:prSet presAssocID="{6E050490-F66D-491B-BD6F-83BFFE60E8CB}" presName="ConnectorPoint" presStyleLbl="lnNode1" presStyleIdx="4" presStyleCnt="5"/>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242485DA-FC81-438E-856E-CB58D4BE9E6C}" type="pres">
      <dgm:prSet presAssocID="{6E050490-F66D-491B-BD6F-83BFFE60E8CB}" presName="DropPinPlaceHolder" presStyleCnt="0"/>
      <dgm:spPr/>
    </dgm:pt>
    <dgm:pt modelId="{72AD5503-F1AA-42C9-9808-4FE3B27799D2}" type="pres">
      <dgm:prSet presAssocID="{6E050490-F66D-491B-BD6F-83BFFE60E8CB}" presName="DropPin" presStyleLbl="alignNode1" presStyleIdx="8" presStyleCnt="10"/>
      <dgm:spPr/>
    </dgm:pt>
    <dgm:pt modelId="{168D41C8-F487-4403-BD4E-9F0DF30F4EF3}" type="pres">
      <dgm:prSet presAssocID="{6E050490-F66D-491B-BD6F-83BFFE60E8CB}" presName="Ellipse" presStyleLbl="fgAcc1" presStyleIdx="4" presStyleCnt="5"/>
      <dgm:spPr>
        <a:solidFill>
          <a:schemeClr val="accent1">
            <a:alpha val="90000"/>
            <a:hueOff val="0"/>
            <a:satOff val="0"/>
            <a:lumOff val="0"/>
            <a:alphaOff val="0"/>
          </a:schemeClr>
        </a:solidFill>
        <a:ln w="19050" cap="flat" cmpd="sng" algn="ctr">
          <a:noFill/>
          <a:prstDash val="solid"/>
          <a:miter lim="800000"/>
        </a:ln>
        <a:effectLst/>
      </dgm:spPr>
    </dgm:pt>
    <dgm:pt modelId="{A1C4E928-FA9D-4309-B5E3-50BB01BA1499}" type="pres">
      <dgm:prSet presAssocID="{6E050490-F66D-491B-BD6F-83BFFE60E8CB}" presName="L2TextContainer" presStyleLbl="revTx" presStyleIdx="4" presStyleCnt="5">
        <dgm:presLayoutVars>
          <dgm:bulletEnabled val="1"/>
        </dgm:presLayoutVars>
      </dgm:prSet>
      <dgm:spPr/>
    </dgm:pt>
    <dgm:pt modelId="{E11B1763-E3DD-41ED-9FA2-0FE8D93B9076}" type="pres">
      <dgm:prSet presAssocID="{6E050490-F66D-491B-BD6F-83BFFE60E8CB}" presName="L1TextContainer" presStyleLbl="alignNode1" presStyleIdx="9" presStyleCnt="10">
        <dgm:presLayoutVars>
          <dgm:chMax val="1"/>
          <dgm:chPref val="1"/>
          <dgm:bulletEnabled val="1"/>
        </dgm:presLayoutVars>
      </dgm:prSet>
      <dgm:spPr/>
    </dgm:pt>
    <dgm:pt modelId="{C18B8378-0282-4F0E-A8A2-1F15CB59EF69}" type="pres">
      <dgm:prSet presAssocID="{6E050490-F66D-491B-BD6F-83BFFE60E8CB}" presName="ConnectLine" presStyleLbl="sibTrans1D1" presStyleIdx="4" presStyleCnt="5"/>
      <dgm:spPr/>
    </dgm:pt>
    <dgm:pt modelId="{498061CA-A014-4EB5-97C3-66E2E161618D}" type="pres">
      <dgm:prSet presAssocID="{6E050490-F66D-491B-BD6F-83BFFE60E8CB}" presName="EmptyPlaceHolder" presStyleCnt="0"/>
      <dgm:spPr/>
    </dgm:pt>
  </dgm:ptLst>
  <dgm:cxnLst>
    <dgm:cxn modelId="{F655A716-0070-47B6-A9C5-8648EA854A9B}" srcId="{A5B0B315-61CD-4307-82C7-2481B9C26779}" destId="{AFD79480-64EA-47DC-960A-1459C8437EC8}" srcOrd="0" destOrd="0" parTransId="{647AFC4B-A4B0-4368-AD55-C63CA3824A4A}" sibTransId="{36C9F801-5DCF-4048-B786-7814E8B77940}"/>
    <dgm:cxn modelId="{A646A41D-49A3-4096-A6A8-83004351BD8E}" srcId="{3DC43AE2-0E0D-4FE1-90DC-E6EA74C101B3}" destId="{05493822-473B-43EF-AE4C-22D4AD499389}" srcOrd="0" destOrd="0" parTransId="{F3C3123D-6A84-40C5-A9AE-8796F25CDB0A}" sibTransId="{E32A9B98-9CB5-43C1-9041-74589D588B3C}"/>
    <dgm:cxn modelId="{F25D8237-2C91-4CB4-86E1-57C00C0B526C}" type="presOf" srcId="{5C4CB667-92D8-462C-AE44-59291E032DC4}" destId="{946E2214-31C4-4373-9765-2E5446FFF722}" srcOrd="0" destOrd="0" presId="urn:microsoft.com/office/officeart/2024/3/layout/SimpleTimelineDefaultVariant"/>
    <dgm:cxn modelId="{3C4AC93F-3815-45BE-8641-E76A006CA3D3}" type="presOf" srcId="{88C48698-FF8D-4F3D-8824-656BF3F5582E}" destId="{0A42A40C-51F2-431D-8CAD-FCA3A727923B}" srcOrd="0" destOrd="0" presId="urn:microsoft.com/office/officeart/2024/3/layout/SimpleTimelineDefaultVariant"/>
    <dgm:cxn modelId="{93F6BA5C-29C6-4A6E-9F02-9AC4F134AC85}" type="presOf" srcId="{970416FD-AE4F-47FB-90BB-C1CC8ECF9B46}" destId="{6BD274F6-14E9-49D6-9334-82E2DD8B8B41}" srcOrd="0" destOrd="0" presId="urn:microsoft.com/office/officeart/2024/3/layout/SimpleTimelineDefaultVariant"/>
    <dgm:cxn modelId="{FEC24162-60B5-4F21-A3A3-C65CFEF62B90}" srcId="{6E050490-F66D-491B-BD6F-83BFFE60E8CB}" destId="{E5A72BB5-28E0-4E40-B340-C2DD4951F225}" srcOrd="0" destOrd="0" parTransId="{C4A94CE7-0814-42D9-90A5-A1805C98E65F}" sibTransId="{0F3D471E-A560-46EB-94C1-BFE70801738A}"/>
    <dgm:cxn modelId="{45C6A646-C1BB-4DC7-8EBA-93B8D042EDCE}" srcId="{88C48698-FF8D-4F3D-8824-656BF3F5582E}" destId="{5C4CB667-92D8-462C-AE44-59291E032DC4}" srcOrd="0" destOrd="0" parTransId="{2B89ECBF-D406-4408-9ADF-902EDA70723E}" sibTransId="{EB9BD921-8465-49A7-AEFE-FB5A08DE7185}"/>
    <dgm:cxn modelId="{F9665E4E-5A80-4AD7-A8DD-1C490A68D6C9}" type="presOf" srcId="{AFD79480-64EA-47DC-960A-1459C8437EC8}" destId="{D4E54326-C773-4F30-ABA2-B4504966C8E9}" srcOrd="0" destOrd="0" presId="urn:microsoft.com/office/officeart/2024/3/layout/SimpleTimelineDefaultVariant"/>
    <dgm:cxn modelId="{9A94327C-6EDD-49E7-8FB2-5E2B78FD62D9}" srcId="{3DC43AE2-0E0D-4FE1-90DC-E6EA74C101B3}" destId="{A5B0B315-61CD-4307-82C7-2481B9C26779}" srcOrd="1" destOrd="0" parTransId="{08BFAB6E-A8B3-40A0-8581-65CCEB262EB1}" sibTransId="{51E43113-191E-446B-AD8A-5DEA68C5D1A1}"/>
    <dgm:cxn modelId="{745AAD80-8720-4083-9E25-29F29C5F3D31}" type="presOf" srcId="{05493822-473B-43EF-AE4C-22D4AD499389}" destId="{F2FA5D8E-FF88-4335-A55F-8BE10ABCCC9B}" srcOrd="0" destOrd="0" presId="urn:microsoft.com/office/officeart/2024/3/layout/SimpleTimelineDefaultVariant"/>
    <dgm:cxn modelId="{CFD3F085-4B90-4D7C-BC28-D9CDF98344C3}" type="presOf" srcId="{6E050490-F66D-491B-BD6F-83BFFE60E8CB}" destId="{E11B1763-E3DD-41ED-9FA2-0FE8D93B9076}" srcOrd="0" destOrd="0" presId="urn:microsoft.com/office/officeart/2024/3/layout/SimpleTimelineDefaultVariant"/>
    <dgm:cxn modelId="{165AA1AD-198A-4444-978A-EE36907B48FA}" srcId="{05493822-473B-43EF-AE4C-22D4AD499389}" destId="{C89EFF05-CC84-4853-B281-5EFCBEEA1E9F}" srcOrd="0" destOrd="0" parTransId="{2DBCC394-48DD-4873-A172-91D2DD6B41C8}" sibTransId="{009E210F-D765-4A24-983F-483D041AE39F}"/>
    <dgm:cxn modelId="{69399FB5-9C75-4578-922C-3C648D5B4BF4}" srcId="{3DC43AE2-0E0D-4FE1-90DC-E6EA74C101B3}" destId="{6E050490-F66D-491B-BD6F-83BFFE60E8CB}" srcOrd="4" destOrd="0" parTransId="{8C3DB8AB-E8E7-4980-BEDC-10D8AF6FAB1A}" sibTransId="{37AA6AAA-0598-42BB-9338-FB02E6D6A3A8}"/>
    <dgm:cxn modelId="{735B2CBF-E424-487E-AACB-AE52F24EB3E2}" type="presOf" srcId="{A5B0B315-61CD-4307-82C7-2481B9C26779}" destId="{543B3581-6F95-45D3-8347-AA2BDB73581F}" srcOrd="0" destOrd="0" presId="urn:microsoft.com/office/officeart/2024/3/layout/SimpleTimelineDefaultVariant"/>
    <dgm:cxn modelId="{805F89CF-DCE2-4702-A0B4-A78BD2650B4E}" type="presOf" srcId="{E5A72BB5-28E0-4E40-B340-C2DD4951F225}" destId="{A1C4E928-FA9D-4309-B5E3-50BB01BA1499}" srcOrd="0" destOrd="0" presId="urn:microsoft.com/office/officeart/2024/3/layout/SimpleTimelineDefaultVariant"/>
    <dgm:cxn modelId="{563419D6-8CC0-450B-BE5A-7F66773AB703}" srcId="{3DC43AE2-0E0D-4FE1-90DC-E6EA74C101B3}" destId="{77EA9DD1-F8A0-44FE-B2DD-473970091E72}" srcOrd="3" destOrd="0" parTransId="{1CA06EFB-458C-4173-BD03-57486AA89DCE}" sibTransId="{2331DF9D-590D-4A32-ABFA-F32329AA23FF}"/>
    <dgm:cxn modelId="{6765EDE6-8AE7-43A7-B3BC-CC1CA75CC388}" srcId="{3DC43AE2-0E0D-4FE1-90DC-E6EA74C101B3}" destId="{88C48698-FF8D-4F3D-8824-656BF3F5582E}" srcOrd="2" destOrd="0" parTransId="{58B95D33-6B9C-4BAE-AF7F-FEC079517B1E}" sibTransId="{1DFF6180-5BB0-4D30-AD8D-1DE103C20422}"/>
    <dgm:cxn modelId="{A06B8FF7-CF03-4E06-9C54-573B05354FC2}" type="presOf" srcId="{77EA9DD1-F8A0-44FE-B2DD-473970091E72}" destId="{8B10F5F5-B62C-4328-B89D-D7981E4E5AB6}" srcOrd="0" destOrd="0" presId="urn:microsoft.com/office/officeart/2024/3/layout/SimpleTimelineDefaultVariant"/>
    <dgm:cxn modelId="{69C106FC-AF96-4C2E-8C71-550F581322BE}" type="presOf" srcId="{3DC43AE2-0E0D-4FE1-90DC-E6EA74C101B3}" destId="{8ACABC00-73DF-4559-A826-44413AB9F475}" srcOrd="0" destOrd="0" presId="urn:microsoft.com/office/officeart/2024/3/layout/SimpleTimelineDefaultVariant"/>
    <dgm:cxn modelId="{F131C3FD-D68C-48AC-80B2-DAC4E9A8D77A}" type="presOf" srcId="{C89EFF05-CC84-4853-B281-5EFCBEEA1E9F}" destId="{922D0BB8-0590-43A8-B370-E71644FAF5B4}" srcOrd="0" destOrd="0" presId="urn:microsoft.com/office/officeart/2024/3/layout/SimpleTimelineDefaultVariant"/>
    <dgm:cxn modelId="{06854AFE-595D-485D-A7CE-4E7259F55A67}" srcId="{77EA9DD1-F8A0-44FE-B2DD-473970091E72}" destId="{970416FD-AE4F-47FB-90BB-C1CC8ECF9B46}" srcOrd="0" destOrd="0" parTransId="{8A3BE6CC-F68F-455B-8424-81181E3CC761}" sibTransId="{4267738B-7178-41CD-9097-C1D027DF5835}"/>
    <dgm:cxn modelId="{F6201B92-A2D5-4665-A622-924A5834067C}" type="presParOf" srcId="{8ACABC00-73DF-4559-A826-44413AB9F475}" destId="{0B148B99-DF91-471F-9A1B-AC97B3A859D1}" srcOrd="0" destOrd="0" presId="urn:microsoft.com/office/officeart/2024/3/layout/SimpleTimelineDefaultVariant"/>
    <dgm:cxn modelId="{BB209E76-F178-4A2B-BFF2-94AAB12909B2}" type="presParOf" srcId="{8ACABC00-73DF-4559-A826-44413AB9F475}" destId="{4CA5E7B3-1B75-4CB9-8D2A-4AC067357861}" srcOrd="1" destOrd="0" presId="urn:microsoft.com/office/officeart/2024/3/layout/SimpleTimelineDefaultVariant"/>
    <dgm:cxn modelId="{123D9BDC-C3C5-4B1C-94B1-DE0D1BD9C377}" type="presParOf" srcId="{4CA5E7B3-1B75-4CB9-8D2A-4AC067357861}" destId="{D67E6F79-C990-43C4-9C0F-6524E25FCC65}" srcOrd="0" destOrd="0" presId="urn:microsoft.com/office/officeart/2024/3/layout/SimpleTimelineDefaultVariant"/>
    <dgm:cxn modelId="{FDD4898A-1B85-4B0C-BF69-C66A0D819B16}" type="presParOf" srcId="{D67E6F79-C990-43C4-9C0F-6524E25FCC65}" destId="{FB1D4578-26F0-44C1-814A-341A20BD2466}" srcOrd="0" destOrd="0" presId="urn:microsoft.com/office/officeart/2024/3/layout/SimpleTimelineDefaultVariant"/>
    <dgm:cxn modelId="{B8230D00-BA26-4565-92DD-BAFF233DDF55}" type="presParOf" srcId="{D67E6F79-C990-43C4-9C0F-6524E25FCC65}" destId="{06669840-4D70-4ACE-8977-0DC894221C9E}" srcOrd="1" destOrd="0" presId="urn:microsoft.com/office/officeart/2024/3/layout/SimpleTimelineDefaultVariant"/>
    <dgm:cxn modelId="{D630B326-730B-45DE-A1ED-5B9CD9BCE2ED}" type="presParOf" srcId="{06669840-4D70-4ACE-8977-0DC894221C9E}" destId="{51E11042-2B0A-499F-9322-186BF5B8701C}" srcOrd="0" destOrd="0" presId="urn:microsoft.com/office/officeart/2024/3/layout/SimpleTimelineDefaultVariant"/>
    <dgm:cxn modelId="{0812ECB5-467B-43B3-84E4-A03C7F1C7116}" type="presParOf" srcId="{06669840-4D70-4ACE-8977-0DC894221C9E}" destId="{9BBD45BC-8D86-42A5-9276-293724B23AA8}" srcOrd="1" destOrd="0" presId="urn:microsoft.com/office/officeart/2024/3/layout/SimpleTimelineDefaultVariant"/>
    <dgm:cxn modelId="{26993D25-1304-4F2F-92DE-AE825846F9BA}" type="presParOf" srcId="{D67E6F79-C990-43C4-9C0F-6524E25FCC65}" destId="{922D0BB8-0590-43A8-B370-E71644FAF5B4}" srcOrd="2" destOrd="0" presId="urn:microsoft.com/office/officeart/2024/3/layout/SimpleTimelineDefaultVariant"/>
    <dgm:cxn modelId="{6A8B0432-22D2-4FED-A032-AFB410DE0677}" type="presParOf" srcId="{D67E6F79-C990-43C4-9C0F-6524E25FCC65}" destId="{F2FA5D8E-FF88-4335-A55F-8BE10ABCCC9B}" srcOrd="3" destOrd="0" presId="urn:microsoft.com/office/officeart/2024/3/layout/SimpleTimelineDefaultVariant"/>
    <dgm:cxn modelId="{1550EF93-67DA-4D51-B884-D38DCBD73FB2}" type="presParOf" srcId="{D67E6F79-C990-43C4-9C0F-6524E25FCC65}" destId="{FE6095A1-9D4C-47A9-B3A5-3C45D4F0A51E}" srcOrd="4" destOrd="0" presId="urn:microsoft.com/office/officeart/2024/3/layout/SimpleTimelineDefaultVariant"/>
    <dgm:cxn modelId="{C04CEA10-5A21-4304-8CA5-75183948D21B}" type="presParOf" srcId="{D67E6F79-C990-43C4-9C0F-6524E25FCC65}" destId="{00910B32-9758-4DC6-97B3-2FDA10166C9D}" srcOrd="5" destOrd="0" presId="urn:microsoft.com/office/officeart/2024/3/layout/SimpleTimelineDefaultVariant"/>
    <dgm:cxn modelId="{C4C84AD3-324B-4984-9D35-48F51C4B7DA4}" type="presParOf" srcId="{4CA5E7B3-1B75-4CB9-8D2A-4AC067357861}" destId="{837DE29F-612F-4E16-95AA-EF80ACA82BFE}" srcOrd="1" destOrd="0" presId="urn:microsoft.com/office/officeart/2024/3/layout/SimpleTimelineDefaultVariant"/>
    <dgm:cxn modelId="{7C5ABEDA-28AC-4A31-9901-524B3B135800}" type="presParOf" srcId="{4CA5E7B3-1B75-4CB9-8D2A-4AC067357861}" destId="{2F6DD8F3-2A95-409A-BE24-C18F241507A1}" srcOrd="2" destOrd="0" presId="urn:microsoft.com/office/officeart/2024/3/layout/SimpleTimelineDefaultVariant"/>
    <dgm:cxn modelId="{1DA12B94-8B68-43BE-A49C-55F27AF32CCB}" type="presParOf" srcId="{2F6DD8F3-2A95-409A-BE24-C18F241507A1}" destId="{DE8E1BD9-E686-44F3-9E7D-A458D6343FC2}" srcOrd="0" destOrd="0" presId="urn:microsoft.com/office/officeart/2024/3/layout/SimpleTimelineDefaultVariant"/>
    <dgm:cxn modelId="{9F659C94-8F90-493F-89A5-30CE4085548A}" type="presParOf" srcId="{2F6DD8F3-2A95-409A-BE24-C18F241507A1}" destId="{6BA4BB91-FD81-4F5E-A869-A1B7669245B0}" srcOrd="1" destOrd="0" presId="urn:microsoft.com/office/officeart/2024/3/layout/SimpleTimelineDefaultVariant"/>
    <dgm:cxn modelId="{52EACD2A-2570-431E-8D73-A7B95972A8A6}" type="presParOf" srcId="{6BA4BB91-FD81-4F5E-A869-A1B7669245B0}" destId="{8C821E7D-9C9C-425E-BF32-4C540E08658B}" srcOrd="0" destOrd="0" presId="urn:microsoft.com/office/officeart/2024/3/layout/SimpleTimelineDefaultVariant"/>
    <dgm:cxn modelId="{4B9664AB-3953-42BE-B27C-CEC7565C75B7}" type="presParOf" srcId="{6BA4BB91-FD81-4F5E-A869-A1B7669245B0}" destId="{C3CB16CE-4D71-4A43-80D3-4DA89AFCF0B9}" srcOrd="1" destOrd="0" presId="urn:microsoft.com/office/officeart/2024/3/layout/SimpleTimelineDefaultVariant"/>
    <dgm:cxn modelId="{8599108F-2828-41E8-9441-B933BC4D6187}" type="presParOf" srcId="{2F6DD8F3-2A95-409A-BE24-C18F241507A1}" destId="{D4E54326-C773-4F30-ABA2-B4504966C8E9}" srcOrd="2" destOrd="0" presId="urn:microsoft.com/office/officeart/2024/3/layout/SimpleTimelineDefaultVariant"/>
    <dgm:cxn modelId="{0EDC4F2C-AFF2-416B-8DA6-4B9A26008938}" type="presParOf" srcId="{2F6DD8F3-2A95-409A-BE24-C18F241507A1}" destId="{543B3581-6F95-45D3-8347-AA2BDB73581F}" srcOrd="3" destOrd="0" presId="urn:microsoft.com/office/officeart/2024/3/layout/SimpleTimelineDefaultVariant"/>
    <dgm:cxn modelId="{E0652A11-EBAE-4EEE-AC0B-C7D1D19BFAB4}" type="presParOf" srcId="{2F6DD8F3-2A95-409A-BE24-C18F241507A1}" destId="{098E6635-5680-4A3F-82C1-4320BB244C64}" srcOrd="4" destOrd="0" presId="urn:microsoft.com/office/officeart/2024/3/layout/SimpleTimelineDefaultVariant"/>
    <dgm:cxn modelId="{CCC3A81D-AFE2-4713-A3D5-2F06D1B9CC15}" type="presParOf" srcId="{2F6DD8F3-2A95-409A-BE24-C18F241507A1}" destId="{984EA4FD-50C7-461F-9BE7-9A6582DF7B5D}" srcOrd="5" destOrd="0" presId="urn:microsoft.com/office/officeart/2024/3/layout/SimpleTimelineDefaultVariant"/>
    <dgm:cxn modelId="{BE55EAD1-C134-429A-B466-3CC480D995C8}" type="presParOf" srcId="{4CA5E7B3-1B75-4CB9-8D2A-4AC067357861}" destId="{019A1EE8-0A35-46A3-B964-AEFAD3FF64D1}" srcOrd="3" destOrd="0" presId="urn:microsoft.com/office/officeart/2024/3/layout/SimpleTimelineDefaultVariant"/>
    <dgm:cxn modelId="{A43598FE-AAFF-424C-A822-51546C9C8200}" type="presParOf" srcId="{4CA5E7B3-1B75-4CB9-8D2A-4AC067357861}" destId="{580199F5-489F-49DB-AB9F-0DC1DF05B25B}" srcOrd="4" destOrd="0" presId="urn:microsoft.com/office/officeart/2024/3/layout/SimpleTimelineDefaultVariant"/>
    <dgm:cxn modelId="{AB63EA54-727E-4BE0-BB01-B96AA944C490}" type="presParOf" srcId="{580199F5-489F-49DB-AB9F-0DC1DF05B25B}" destId="{6C3A247B-AAD2-439D-803C-CBA6A9F95BCD}" srcOrd="0" destOrd="0" presId="urn:microsoft.com/office/officeart/2024/3/layout/SimpleTimelineDefaultVariant"/>
    <dgm:cxn modelId="{AC7C4D99-8BD8-4763-9201-9ABA8908B0A8}" type="presParOf" srcId="{580199F5-489F-49DB-AB9F-0DC1DF05B25B}" destId="{EA4AD79C-E701-47C0-AD6A-95414D63421F}" srcOrd="1" destOrd="0" presId="urn:microsoft.com/office/officeart/2024/3/layout/SimpleTimelineDefaultVariant"/>
    <dgm:cxn modelId="{0C6A3DC7-87B0-44D4-8647-7730BDDA9662}" type="presParOf" srcId="{EA4AD79C-E701-47C0-AD6A-95414D63421F}" destId="{E5ABD855-11EC-422A-89B3-25F6C55B0E10}" srcOrd="0" destOrd="0" presId="urn:microsoft.com/office/officeart/2024/3/layout/SimpleTimelineDefaultVariant"/>
    <dgm:cxn modelId="{B13C3697-D883-4AB3-BD54-00428B356618}" type="presParOf" srcId="{EA4AD79C-E701-47C0-AD6A-95414D63421F}" destId="{C0D536CD-FFAC-4C5B-9D43-BBC3B0D1A1C1}" srcOrd="1" destOrd="0" presId="urn:microsoft.com/office/officeart/2024/3/layout/SimpleTimelineDefaultVariant"/>
    <dgm:cxn modelId="{FCBD9349-4702-422B-8A72-038A8EB1D2E5}" type="presParOf" srcId="{580199F5-489F-49DB-AB9F-0DC1DF05B25B}" destId="{946E2214-31C4-4373-9765-2E5446FFF722}" srcOrd="2" destOrd="0" presId="urn:microsoft.com/office/officeart/2024/3/layout/SimpleTimelineDefaultVariant"/>
    <dgm:cxn modelId="{55133F6F-CE8A-45D3-90E3-631729A73BEF}" type="presParOf" srcId="{580199F5-489F-49DB-AB9F-0DC1DF05B25B}" destId="{0A42A40C-51F2-431D-8CAD-FCA3A727923B}" srcOrd="3" destOrd="0" presId="urn:microsoft.com/office/officeart/2024/3/layout/SimpleTimelineDefaultVariant"/>
    <dgm:cxn modelId="{AAC3E99B-ADC6-481C-9AA0-50E6D8E2E67D}" type="presParOf" srcId="{580199F5-489F-49DB-AB9F-0DC1DF05B25B}" destId="{81F04C29-A6CC-40E1-8601-44E7F270F5AF}" srcOrd="4" destOrd="0" presId="urn:microsoft.com/office/officeart/2024/3/layout/SimpleTimelineDefaultVariant"/>
    <dgm:cxn modelId="{F340304C-E33B-4EA8-B331-0ACDC3CAA1BF}" type="presParOf" srcId="{580199F5-489F-49DB-AB9F-0DC1DF05B25B}" destId="{E4225324-DF6E-4101-9D5E-7E96BF4BFE31}" srcOrd="5" destOrd="0" presId="urn:microsoft.com/office/officeart/2024/3/layout/SimpleTimelineDefaultVariant"/>
    <dgm:cxn modelId="{10593196-25AB-49BC-B05D-A5BF39B92FC7}" type="presParOf" srcId="{4CA5E7B3-1B75-4CB9-8D2A-4AC067357861}" destId="{BDAB87E6-672A-4F2F-945A-D9A4648A63AA}" srcOrd="5" destOrd="0" presId="urn:microsoft.com/office/officeart/2024/3/layout/SimpleTimelineDefaultVariant"/>
    <dgm:cxn modelId="{EB368084-8381-4DA4-A9E0-3CA1DA704D31}" type="presParOf" srcId="{4CA5E7B3-1B75-4CB9-8D2A-4AC067357861}" destId="{CF930F4A-54A8-45BD-8083-8EC3CA430B14}" srcOrd="6" destOrd="0" presId="urn:microsoft.com/office/officeart/2024/3/layout/SimpleTimelineDefaultVariant"/>
    <dgm:cxn modelId="{AD63067F-01ED-4701-9E42-30A89C1FB7AA}" type="presParOf" srcId="{CF930F4A-54A8-45BD-8083-8EC3CA430B14}" destId="{00CFFD81-CE33-4A1C-AFAB-4D208199E1FF}" srcOrd="0" destOrd="0" presId="urn:microsoft.com/office/officeart/2024/3/layout/SimpleTimelineDefaultVariant"/>
    <dgm:cxn modelId="{83B6B999-16FB-4B50-8726-ED2440EF68EF}" type="presParOf" srcId="{CF930F4A-54A8-45BD-8083-8EC3CA430B14}" destId="{C089195C-5F51-4A83-A544-536C4B2AB987}" srcOrd="1" destOrd="0" presId="urn:microsoft.com/office/officeart/2024/3/layout/SimpleTimelineDefaultVariant"/>
    <dgm:cxn modelId="{B0AC084E-CCE7-440F-882D-8A9813CA3FF9}" type="presParOf" srcId="{C089195C-5F51-4A83-A544-536C4B2AB987}" destId="{4AED2ACB-D93E-483E-BBE8-3DAF7BF56F23}" srcOrd="0" destOrd="0" presId="urn:microsoft.com/office/officeart/2024/3/layout/SimpleTimelineDefaultVariant"/>
    <dgm:cxn modelId="{F769627E-BD8B-4F0F-80A1-9100D938C6A5}" type="presParOf" srcId="{C089195C-5F51-4A83-A544-536C4B2AB987}" destId="{87E156F8-9B49-4572-9DA4-B6874F2C370D}" srcOrd="1" destOrd="0" presId="urn:microsoft.com/office/officeart/2024/3/layout/SimpleTimelineDefaultVariant"/>
    <dgm:cxn modelId="{A92A63C4-9E83-4AAD-A5B0-412E6BFDFCE7}" type="presParOf" srcId="{CF930F4A-54A8-45BD-8083-8EC3CA430B14}" destId="{6BD274F6-14E9-49D6-9334-82E2DD8B8B41}" srcOrd="2" destOrd="0" presId="urn:microsoft.com/office/officeart/2024/3/layout/SimpleTimelineDefaultVariant"/>
    <dgm:cxn modelId="{A7D1D220-C39E-4D66-831C-FDC6219DA31F}" type="presParOf" srcId="{CF930F4A-54A8-45BD-8083-8EC3CA430B14}" destId="{8B10F5F5-B62C-4328-B89D-D7981E4E5AB6}" srcOrd="3" destOrd="0" presId="urn:microsoft.com/office/officeart/2024/3/layout/SimpleTimelineDefaultVariant"/>
    <dgm:cxn modelId="{65510E46-F446-4CCE-AE0C-C3A309F06C21}" type="presParOf" srcId="{CF930F4A-54A8-45BD-8083-8EC3CA430B14}" destId="{ACD7B952-6030-49D1-85E2-F73216FF8877}" srcOrd="4" destOrd="0" presId="urn:microsoft.com/office/officeart/2024/3/layout/SimpleTimelineDefaultVariant"/>
    <dgm:cxn modelId="{626AE8F3-D49B-423D-822F-BBB1C518BE88}" type="presParOf" srcId="{CF930F4A-54A8-45BD-8083-8EC3CA430B14}" destId="{97BE7521-1F3C-4A19-8D19-82F63A0C3890}" srcOrd="5" destOrd="0" presId="urn:microsoft.com/office/officeart/2024/3/layout/SimpleTimelineDefaultVariant"/>
    <dgm:cxn modelId="{FDF855C5-234C-4B2A-9270-38E5EB817855}" type="presParOf" srcId="{4CA5E7B3-1B75-4CB9-8D2A-4AC067357861}" destId="{2B1407BA-5E7E-404D-8332-0C1C9A3F7C31}" srcOrd="7" destOrd="0" presId="urn:microsoft.com/office/officeart/2024/3/layout/SimpleTimelineDefaultVariant"/>
    <dgm:cxn modelId="{7B9823CD-D820-4AA6-9EAA-B0392F34EC11}" type="presParOf" srcId="{4CA5E7B3-1B75-4CB9-8D2A-4AC067357861}" destId="{503C36F7-4DE3-4FD1-A438-EDCDC6CD1C3E}" srcOrd="8" destOrd="0" presId="urn:microsoft.com/office/officeart/2024/3/layout/SimpleTimelineDefaultVariant"/>
    <dgm:cxn modelId="{3BBA96FA-7C7E-4BF3-9420-6F93E4A411D2}" type="presParOf" srcId="{503C36F7-4DE3-4FD1-A438-EDCDC6CD1C3E}" destId="{BA75E123-B8E7-4584-B7B8-629463F31EC5}" srcOrd="0" destOrd="0" presId="urn:microsoft.com/office/officeart/2024/3/layout/SimpleTimelineDefaultVariant"/>
    <dgm:cxn modelId="{29E9A0A9-64E0-4BC1-8D02-E06FDA8A283C}" type="presParOf" srcId="{503C36F7-4DE3-4FD1-A438-EDCDC6CD1C3E}" destId="{242485DA-FC81-438E-856E-CB58D4BE9E6C}" srcOrd="1" destOrd="0" presId="urn:microsoft.com/office/officeart/2024/3/layout/SimpleTimelineDefaultVariant"/>
    <dgm:cxn modelId="{EC7A1D22-88DB-4DB5-BDE3-D090FCF999B3}" type="presParOf" srcId="{242485DA-FC81-438E-856E-CB58D4BE9E6C}" destId="{72AD5503-F1AA-42C9-9808-4FE3B27799D2}" srcOrd="0" destOrd="0" presId="urn:microsoft.com/office/officeart/2024/3/layout/SimpleTimelineDefaultVariant"/>
    <dgm:cxn modelId="{07D282BE-6095-4BC1-8475-152799C48F6F}" type="presParOf" srcId="{242485DA-FC81-438E-856E-CB58D4BE9E6C}" destId="{168D41C8-F487-4403-BD4E-9F0DF30F4EF3}" srcOrd="1" destOrd="0" presId="urn:microsoft.com/office/officeart/2024/3/layout/SimpleTimelineDefaultVariant"/>
    <dgm:cxn modelId="{20EAEA2A-EB69-46BD-974F-29A6DCF009B9}" type="presParOf" srcId="{503C36F7-4DE3-4FD1-A438-EDCDC6CD1C3E}" destId="{A1C4E928-FA9D-4309-B5E3-50BB01BA1499}" srcOrd="2" destOrd="0" presId="urn:microsoft.com/office/officeart/2024/3/layout/SimpleTimelineDefaultVariant"/>
    <dgm:cxn modelId="{AA60CA73-DCB3-4EDD-B354-89EF605C5F59}" type="presParOf" srcId="{503C36F7-4DE3-4FD1-A438-EDCDC6CD1C3E}" destId="{E11B1763-E3DD-41ED-9FA2-0FE8D93B9076}" srcOrd="3" destOrd="0" presId="urn:microsoft.com/office/officeart/2024/3/layout/SimpleTimelineDefaultVariant"/>
    <dgm:cxn modelId="{AAB56069-B6E5-4A30-AD5E-46A8B3B3BC92}" type="presParOf" srcId="{503C36F7-4DE3-4FD1-A438-EDCDC6CD1C3E}" destId="{C18B8378-0282-4F0E-A8A2-1F15CB59EF69}" srcOrd="4" destOrd="0" presId="urn:microsoft.com/office/officeart/2024/3/layout/SimpleTimelineDefaultVariant"/>
    <dgm:cxn modelId="{8D65326C-8ED8-4A87-9EF1-6686507C813D}" type="presParOf" srcId="{503C36F7-4DE3-4FD1-A438-EDCDC6CD1C3E}" destId="{498061CA-A014-4EB5-97C3-66E2E161618D}" srcOrd="5" destOrd="0" presId="urn:microsoft.com/office/officeart/2024/3/layout/SimpleTimelineDefaultVarian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F177C88-4E21-48D2-B976-78E109DBC440}"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DC35C0CF-D173-412A-826D-68B55EC94414}">
      <dgm:prSet/>
      <dgm:spPr/>
      <dgm:t>
        <a:bodyPr/>
        <a:lstStyle/>
        <a:p>
          <a:r>
            <a:rPr lang="en-US"/>
            <a:t>We made use of Tinkercad for our simulation, and unfortunately we could not find a turbidity sensor, a temperature sensor, or a pH sensor within the platform.</a:t>
          </a:r>
        </a:p>
      </dgm:t>
    </dgm:pt>
    <dgm:pt modelId="{9BA28A4E-C033-436E-AF4D-90718591EFB9}" type="parTrans" cxnId="{62CF03DE-C717-41E2-B9FC-3BBB2F34B991}">
      <dgm:prSet/>
      <dgm:spPr/>
      <dgm:t>
        <a:bodyPr/>
        <a:lstStyle/>
        <a:p>
          <a:endParaRPr lang="en-US"/>
        </a:p>
      </dgm:t>
    </dgm:pt>
    <dgm:pt modelId="{34D4BD73-A303-4781-A671-59A704E0DEEB}" type="sibTrans" cxnId="{62CF03DE-C717-41E2-B9FC-3BBB2F34B991}">
      <dgm:prSet/>
      <dgm:spPr/>
      <dgm:t>
        <a:bodyPr/>
        <a:lstStyle/>
        <a:p>
          <a:endParaRPr lang="en-US"/>
        </a:p>
      </dgm:t>
    </dgm:pt>
    <dgm:pt modelId="{6FB95F82-15B1-424B-B542-C055E8F26F82}">
      <dgm:prSet/>
      <dgm:spPr/>
      <dgm:t>
        <a:bodyPr/>
        <a:lstStyle/>
        <a:p>
          <a:r>
            <a:rPr lang="en-US"/>
            <a:t>HOW WE SOLVED THE PROBLEMS</a:t>
          </a:r>
        </a:p>
      </dgm:t>
    </dgm:pt>
    <dgm:pt modelId="{FE422A8C-6F38-4072-B835-5590581F6633}" type="parTrans" cxnId="{5975E9F5-4EC7-48A6-A436-F59AE4866760}">
      <dgm:prSet/>
      <dgm:spPr/>
      <dgm:t>
        <a:bodyPr/>
        <a:lstStyle/>
        <a:p>
          <a:endParaRPr lang="en-US"/>
        </a:p>
      </dgm:t>
    </dgm:pt>
    <dgm:pt modelId="{9BEFD73E-789D-4E3A-B569-7F061EA73D36}" type="sibTrans" cxnId="{5975E9F5-4EC7-48A6-A436-F59AE4866760}">
      <dgm:prSet/>
      <dgm:spPr/>
      <dgm:t>
        <a:bodyPr/>
        <a:lstStyle/>
        <a:p>
          <a:endParaRPr lang="en-US"/>
        </a:p>
      </dgm:t>
    </dgm:pt>
    <dgm:pt modelId="{A1917DD4-46EF-4D2C-842B-582701EFFA94}">
      <dgm:prSet/>
      <dgm:spPr/>
      <dgm:t>
        <a:bodyPr/>
        <a:lstStyle/>
        <a:p>
          <a:r>
            <a:rPr lang="en-US"/>
            <a:t>Because we had no turbidity sensor, we opted for a photoresistor</a:t>
          </a:r>
        </a:p>
      </dgm:t>
    </dgm:pt>
    <dgm:pt modelId="{56F6790D-E38F-4207-AC22-22A5542246D8}" type="parTrans" cxnId="{BD85E3A0-DB5B-4199-94EE-E9D9887FB7A9}">
      <dgm:prSet/>
      <dgm:spPr/>
      <dgm:t>
        <a:bodyPr/>
        <a:lstStyle/>
        <a:p>
          <a:endParaRPr lang="en-US"/>
        </a:p>
      </dgm:t>
    </dgm:pt>
    <dgm:pt modelId="{0B8B7085-536E-4A15-84C2-F98CE3018060}" type="sibTrans" cxnId="{BD85E3A0-DB5B-4199-94EE-E9D9887FB7A9}">
      <dgm:prSet/>
      <dgm:spPr/>
      <dgm:t>
        <a:bodyPr/>
        <a:lstStyle/>
        <a:p>
          <a:endParaRPr lang="en-US"/>
        </a:p>
      </dgm:t>
    </dgm:pt>
    <dgm:pt modelId="{AE53D720-0E0A-4FBB-A7C2-AFE082FE40AD}">
      <dgm:prSet/>
      <dgm:spPr/>
      <dgm:t>
        <a:bodyPr/>
        <a:lstStyle/>
        <a:p>
          <a:r>
            <a:rPr lang="en-US"/>
            <a:t>Because we had no temperature sensor and pH detector, we opted for a potentiometer</a:t>
          </a:r>
        </a:p>
      </dgm:t>
    </dgm:pt>
    <dgm:pt modelId="{46C8C12F-D95B-4BA2-8160-8E2DB5852783}" type="parTrans" cxnId="{425DC71A-0A27-4E07-A1AE-C7F7AE855DF6}">
      <dgm:prSet/>
      <dgm:spPr/>
      <dgm:t>
        <a:bodyPr/>
        <a:lstStyle/>
        <a:p>
          <a:endParaRPr lang="en-US"/>
        </a:p>
      </dgm:t>
    </dgm:pt>
    <dgm:pt modelId="{C8509789-2D4E-450B-AF52-4AED025F0D20}" type="sibTrans" cxnId="{425DC71A-0A27-4E07-A1AE-C7F7AE855DF6}">
      <dgm:prSet/>
      <dgm:spPr/>
      <dgm:t>
        <a:bodyPr/>
        <a:lstStyle/>
        <a:p>
          <a:endParaRPr lang="en-US"/>
        </a:p>
      </dgm:t>
    </dgm:pt>
    <dgm:pt modelId="{F221D0F6-7E92-42B5-A333-7B2988DAE8D9}" type="pres">
      <dgm:prSet presAssocID="{4F177C88-4E21-48D2-B976-78E109DBC440}" presName="linear" presStyleCnt="0">
        <dgm:presLayoutVars>
          <dgm:animLvl val="lvl"/>
          <dgm:resizeHandles val="exact"/>
        </dgm:presLayoutVars>
      </dgm:prSet>
      <dgm:spPr/>
    </dgm:pt>
    <dgm:pt modelId="{DECF8FDF-AEBE-45B5-91F2-F9BF06CDDE08}" type="pres">
      <dgm:prSet presAssocID="{DC35C0CF-D173-412A-826D-68B55EC94414}" presName="parentText" presStyleLbl="node1" presStyleIdx="0" presStyleCnt="4">
        <dgm:presLayoutVars>
          <dgm:chMax val="0"/>
          <dgm:bulletEnabled val="1"/>
        </dgm:presLayoutVars>
      </dgm:prSet>
      <dgm:spPr/>
    </dgm:pt>
    <dgm:pt modelId="{E45F4EFB-4A32-4F8A-AFB8-AEA3188228ED}" type="pres">
      <dgm:prSet presAssocID="{34D4BD73-A303-4781-A671-59A704E0DEEB}" presName="spacer" presStyleCnt="0"/>
      <dgm:spPr/>
    </dgm:pt>
    <dgm:pt modelId="{8B231BEC-0519-43E1-BB1B-46622D4FFE37}" type="pres">
      <dgm:prSet presAssocID="{6FB95F82-15B1-424B-B542-C055E8F26F82}" presName="parentText" presStyleLbl="node1" presStyleIdx="1" presStyleCnt="4">
        <dgm:presLayoutVars>
          <dgm:chMax val="0"/>
          <dgm:bulletEnabled val="1"/>
        </dgm:presLayoutVars>
      </dgm:prSet>
      <dgm:spPr/>
    </dgm:pt>
    <dgm:pt modelId="{609D55C7-F9B2-4078-8194-9B4D05D90B2F}" type="pres">
      <dgm:prSet presAssocID="{9BEFD73E-789D-4E3A-B569-7F061EA73D36}" presName="spacer" presStyleCnt="0"/>
      <dgm:spPr/>
    </dgm:pt>
    <dgm:pt modelId="{9DCB2AF4-4B0A-4F31-979D-0E06F8E31770}" type="pres">
      <dgm:prSet presAssocID="{A1917DD4-46EF-4D2C-842B-582701EFFA94}" presName="parentText" presStyleLbl="node1" presStyleIdx="2" presStyleCnt="4">
        <dgm:presLayoutVars>
          <dgm:chMax val="0"/>
          <dgm:bulletEnabled val="1"/>
        </dgm:presLayoutVars>
      </dgm:prSet>
      <dgm:spPr/>
    </dgm:pt>
    <dgm:pt modelId="{D552AFCA-8ED6-46F3-8471-473D964C698F}" type="pres">
      <dgm:prSet presAssocID="{0B8B7085-536E-4A15-84C2-F98CE3018060}" presName="spacer" presStyleCnt="0"/>
      <dgm:spPr/>
    </dgm:pt>
    <dgm:pt modelId="{107C577A-DC9A-42A6-BDB2-2DD9596F4571}" type="pres">
      <dgm:prSet presAssocID="{AE53D720-0E0A-4FBB-A7C2-AFE082FE40AD}" presName="parentText" presStyleLbl="node1" presStyleIdx="3" presStyleCnt="4">
        <dgm:presLayoutVars>
          <dgm:chMax val="0"/>
          <dgm:bulletEnabled val="1"/>
        </dgm:presLayoutVars>
      </dgm:prSet>
      <dgm:spPr/>
    </dgm:pt>
  </dgm:ptLst>
  <dgm:cxnLst>
    <dgm:cxn modelId="{425DC71A-0A27-4E07-A1AE-C7F7AE855DF6}" srcId="{4F177C88-4E21-48D2-B976-78E109DBC440}" destId="{AE53D720-0E0A-4FBB-A7C2-AFE082FE40AD}" srcOrd="3" destOrd="0" parTransId="{46C8C12F-D95B-4BA2-8160-8E2DB5852783}" sibTransId="{C8509789-2D4E-450B-AF52-4AED025F0D20}"/>
    <dgm:cxn modelId="{6D309D1E-9505-458D-814C-EF7D7F3CF11B}" type="presOf" srcId="{AE53D720-0E0A-4FBB-A7C2-AFE082FE40AD}" destId="{107C577A-DC9A-42A6-BDB2-2DD9596F4571}" srcOrd="0" destOrd="0" presId="urn:microsoft.com/office/officeart/2005/8/layout/vList2"/>
    <dgm:cxn modelId="{475F503E-E8D2-47CE-913D-737E52427C93}" type="presOf" srcId="{A1917DD4-46EF-4D2C-842B-582701EFFA94}" destId="{9DCB2AF4-4B0A-4F31-979D-0E06F8E31770}" srcOrd="0" destOrd="0" presId="urn:microsoft.com/office/officeart/2005/8/layout/vList2"/>
    <dgm:cxn modelId="{BD85E3A0-DB5B-4199-94EE-E9D9887FB7A9}" srcId="{4F177C88-4E21-48D2-B976-78E109DBC440}" destId="{A1917DD4-46EF-4D2C-842B-582701EFFA94}" srcOrd="2" destOrd="0" parTransId="{56F6790D-E38F-4207-AC22-22A5542246D8}" sibTransId="{0B8B7085-536E-4A15-84C2-F98CE3018060}"/>
    <dgm:cxn modelId="{909497D7-6776-449A-811A-D27731C4C380}" type="presOf" srcId="{6FB95F82-15B1-424B-B542-C055E8F26F82}" destId="{8B231BEC-0519-43E1-BB1B-46622D4FFE37}" srcOrd="0" destOrd="0" presId="urn:microsoft.com/office/officeart/2005/8/layout/vList2"/>
    <dgm:cxn modelId="{62CF03DE-C717-41E2-B9FC-3BBB2F34B991}" srcId="{4F177C88-4E21-48D2-B976-78E109DBC440}" destId="{DC35C0CF-D173-412A-826D-68B55EC94414}" srcOrd="0" destOrd="0" parTransId="{9BA28A4E-C033-436E-AF4D-90718591EFB9}" sibTransId="{34D4BD73-A303-4781-A671-59A704E0DEEB}"/>
    <dgm:cxn modelId="{188493E4-256F-4880-959F-D909E0B06E7B}" type="presOf" srcId="{DC35C0CF-D173-412A-826D-68B55EC94414}" destId="{DECF8FDF-AEBE-45B5-91F2-F9BF06CDDE08}" srcOrd="0" destOrd="0" presId="urn:microsoft.com/office/officeart/2005/8/layout/vList2"/>
    <dgm:cxn modelId="{46AC8EF3-C08E-4195-B357-F8F2C430156C}" type="presOf" srcId="{4F177C88-4E21-48D2-B976-78E109DBC440}" destId="{F221D0F6-7E92-42B5-A333-7B2988DAE8D9}" srcOrd="0" destOrd="0" presId="urn:microsoft.com/office/officeart/2005/8/layout/vList2"/>
    <dgm:cxn modelId="{5975E9F5-4EC7-48A6-A436-F59AE4866760}" srcId="{4F177C88-4E21-48D2-B976-78E109DBC440}" destId="{6FB95F82-15B1-424B-B542-C055E8F26F82}" srcOrd="1" destOrd="0" parTransId="{FE422A8C-6F38-4072-B835-5590581F6633}" sibTransId="{9BEFD73E-789D-4E3A-B569-7F061EA73D36}"/>
    <dgm:cxn modelId="{63564D8A-74D9-46F0-9AF3-89D29C9DB353}" type="presParOf" srcId="{F221D0F6-7E92-42B5-A333-7B2988DAE8D9}" destId="{DECF8FDF-AEBE-45B5-91F2-F9BF06CDDE08}" srcOrd="0" destOrd="0" presId="urn:microsoft.com/office/officeart/2005/8/layout/vList2"/>
    <dgm:cxn modelId="{938D28F8-9A4C-4191-9BAC-E9E031DEF87F}" type="presParOf" srcId="{F221D0F6-7E92-42B5-A333-7B2988DAE8D9}" destId="{E45F4EFB-4A32-4F8A-AFB8-AEA3188228ED}" srcOrd="1" destOrd="0" presId="urn:microsoft.com/office/officeart/2005/8/layout/vList2"/>
    <dgm:cxn modelId="{7F3DA97E-B16A-4B40-BDFA-60491B63B746}" type="presParOf" srcId="{F221D0F6-7E92-42B5-A333-7B2988DAE8D9}" destId="{8B231BEC-0519-43E1-BB1B-46622D4FFE37}" srcOrd="2" destOrd="0" presId="urn:microsoft.com/office/officeart/2005/8/layout/vList2"/>
    <dgm:cxn modelId="{2CBD9EE3-A43C-48ED-A03F-1454D6A10498}" type="presParOf" srcId="{F221D0F6-7E92-42B5-A333-7B2988DAE8D9}" destId="{609D55C7-F9B2-4078-8194-9B4D05D90B2F}" srcOrd="3" destOrd="0" presId="urn:microsoft.com/office/officeart/2005/8/layout/vList2"/>
    <dgm:cxn modelId="{52F759E4-D603-49F5-BC5E-39992529F7C1}" type="presParOf" srcId="{F221D0F6-7E92-42B5-A333-7B2988DAE8D9}" destId="{9DCB2AF4-4B0A-4F31-979D-0E06F8E31770}" srcOrd="4" destOrd="0" presId="urn:microsoft.com/office/officeart/2005/8/layout/vList2"/>
    <dgm:cxn modelId="{3A31EFB5-13A8-48D3-8D41-6A6D36A8948A}" type="presParOf" srcId="{F221D0F6-7E92-42B5-A333-7B2988DAE8D9}" destId="{D552AFCA-8ED6-46F3-8471-473D964C698F}" srcOrd="5" destOrd="0" presId="urn:microsoft.com/office/officeart/2005/8/layout/vList2"/>
    <dgm:cxn modelId="{1CE4EB69-FA0B-499E-BD6B-B252C28DB5F3}" type="presParOf" srcId="{F221D0F6-7E92-42B5-A333-7B2988DAE8D9}" destId="{107C577A-DC9A-42A6-BDB2-2DD9596F4571}"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09C59E-105D-4A10-9E69-DAB7468A6D1F}">
      <dsp:nvSpPr>
        <dsp:cNvPr id="0" name=""/>
        <dsp:cNvSpPr/>
      </dsp:nvSpPr>
      <dsp:spPr>
        <a:xfrm>
          <a:off x="0" y="531"/>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8D4307-036F-4A33-ABB6-C40B03CFE699}">
      <dsp:nvSpPr>
        <dsp:cNvPr id="0" name=""/>
        <dsp:cNvSpPr/>
      </dsp:nvSpPr>
      <dsp:spPr>
        <a:xfrm>
          <a:off x="0" y="531"/>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ANOKYE Jeffrey </a:t>
          </a:r>
          <a:r>
            <a:rPr lang="en-US" sz="2200" kern="1200" dirty="0" err="1"/>
            <a:t>Enyan</a:t>
          </a:r>
          <a:r>
            <a:rPr lang="en-US" sz="2200" kern="1200" dirty="0"/>
            <a:t> Peprah   (1844622)</a:t>
          </a:r>
        </a:p>
      </dsp:txBody>
      <dsp:txXfrm>
        <a:off x="0" y="531"/>
        <a:ext cx="10515600" cy="483363"/>
      </dsp:txXfrm>
    </dsp:sp>
    <dsp:sp modelId="{4405ACDB-416C-454A-9E2E-EDD45CE2878A}">
      <dsp:nvSpPr>
        <dsp:cNvPr id="0" name=""/>
        <dsp:cNvSpPr/>
      </dsp:nvSpPr>
      <dsp:spPr>
        <a:xfrm>
          <a:off x="0" y="483895"/>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DD387C-2A53-4863-8341-105C681B281D}">
      <dsp:nvSpPr>
        <dsp:cNvPr id="0" name=""/>
        <dsp:cNvSpPr/>
      </dsp:nvSpPr>
      <dsp:spPr>
        <a:xfrm>
          <a:off x="0" y="483895"/>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CIICI Aggrey-Fynn   (</a:t>
          </a:r>
          <a:r>
            <a:rPr lang="en-GH" sz="2200" kern="1200" dirty="0"/>
            <a:t>7311423</a:t>
          </a:r>
          <a:r>
            <a:rPr lang="en-US" sz="2200" kern="1200" dirty="0"/>
            <a:t>)</a:t>
          </a:r>
        </a:p>
      </dsp:txBody>
      <dsp:txXfrm>
        <a:off x="0" y="483895"/>
        <a:ext cx="10515600" cy="483363"/>
      </dsp:txXfrm>
    </dsp:sp>
    <dsp:sp modelId="{F4A5E4E7-EE6D-42A5-8D42-72128F88E4F4}">
      <dsp:nvSpPr>
        <dsp:cNvPr id="0" name=""/>
        <dsp:cNvSpPr/>
      </dsp:nvSpPr>
      <dsp:spPr>
        <a:xfrm>
          <a:off x="0" y="967259"/>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64E02D-ECC4-45AB-AAF2-C0432702AD50}">
      <dsp:nvSpPr>
        <dsp:cNvPr id="0" name=""/>
        <dsp:cNvSpPr/>
      </dsp:nvSpPr>
      <dsp:spPr>
        <a:xfrm>
          <a:off x="0" y="967259"/>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AIDOO Kweku Adu-Gyamfi Nhyira   (7312123) </a:t>
          </a:r>
        </a:p>
      </dsp:txBody>
      <dsp:txXfrm>
        <a:off x="0" y="967259"/>
        <a:ext cx="10515600" cy="483363"/>
      </dsp:txXfrm>
    </dsp:sp>
    <dsp:sp modelId="{4E36EE26-9278-48BA-AFA5-A8915468DD46}">
      <dsp:nvSpPr>
        <dsp:cNvPr id="0" name=""/>
        <dsp:cNvSpPr/>
      </dsp:nvSpPr>
      <dsp:spPr>
        <a:xfrm>
          <a:off x="0" y="145062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BE5461-C100-4BAA-8F43-199E03340C1C}">
      <dsp:nvSpPr>
        <dsp:cNvPr id="0" name=""/>
        <dsp:cNvSpPr/>
      </dsp:nvSpPr>
      <dsp:spPr>
        <a:xfrm>
          <a:off x="0" y="1450623"/>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ADDEI Albert Yaw    (7309823)</a:t>
          </a:r>
        </a:p>
      </dsp:txBody>
      <dsp:txXfrm>
        <a:off x="0" y="1450623"/>
        <a:ext cx="10515600" cy="483363"/>
      </dsp:txXfrm>
    </dsp:sp>
    <dsp:sp modelId="{6F7A035E-A85E-475C-AF2D-C08F8C0C1DD7}">
      <dsp:nvSpPr>
        <dsp:cNvPr id="0" name=""/>
        <dsp:cNvSpPr/>
      </dsp:nvSpPr>
      <dsp:spPr>
        <a:xfrm>
          <a:off x="0" y="1933987"/>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0586B3-07DE-4451-9C7E-F6F79D8743CE}">
      <dsp:nvSpPr>
        <dsp:cNvPr id="0" name=""/>
        <dsp:cNvSpPr/>
      </dsp:nvSpPr>
      <dsp:spPr>
        <a:xfrm>
          <a:off x="0" y="1933987"/>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ADOMBILIA Judah Ramtin   (7310423) </a:t>
          </a:r>
        </a:p>
      </dsp:txBody>
      <dsp:txXfrm>
        <a:off x="0" y="1933987"/>
        <a:ext cx="10515600" cy="483363"/>
      </dsp:txXfrm>
    </dsp:sp>
    <dsp:sp modelId="{E0231FA0-18EF-4D4E-9132-EDA0002D7371}">
      <dsp:nvSpPr>
        <dsp:cNvPr id="0" name=""/>
        <dsp:cNvSpPr/>
      </dsp:nvSpPr>
      <dsp:spPr>
        <a:xfrm>
          <a:off x="0" y="2417350"/>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D4FAE5-55B3-4902-8221-13670865ED3B}">
      <dsp:nvSpPr>
        <dsp:cNvPr id="0" name=""/>
        <dsp:cNvSpPr/>
      </dsp:nvSpPr>
      <dsp:spPr>
        <a:xfrm>
          <a:off x="0" y="2417350"/>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ADU-ACHEAMPONG Emmanuel    (7310623) </a:t>
          </a:r>
        </a:p>
      </dsp:txBody>
      <dsp:txXfrm>
        <a:off x="0" y="2417350"/>
        <a:ext cx="10515600" cy="483363"/>
      </dsp:txXfrm>
    </dsp:sp>
    <dsp:sp modelId="{14BE1D83-FE89-458C-AD8A-26C2677F4F56}">
      <dsp:nvSpPr>
        <dsp:cNvPr id="0" name=""/>
        <dsp:cNvSpPr/>
      </dsp:nvSpPr>
      <dsp:spPr>
        <a:xfrm>
          <a:off x="0" y="2900714"/>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F935A1-7C2C-4054-AD5B-62826185E37F}">
      <dsp:nvSpPr>
        <dsp:cNvPr id="0" name=""/>
        <dsp:cNvSpPr/>
      </dsp:nvSpPr>
      <dsp:spPr>
        <a:xfrm>
          <a:off x="0" y="2900714"/>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AGBESI Tracy Elorm    (7311323) </a:t>
          </a:r>
        </a:p>
      </dsp:txBody>
      <dsp:txXfrm>
        <a:off x="0" y="2900714"/>
        <a:ext cx="10515600" cy="483363"/>
      </dsp:txXfrm>
    </dsp:sp>
    <dsp:sp modelId="{13186670-9FFB-4512-8810-28D85BABFCB5}">
      <dsp:nvSpPr>
        <dsp:cNvPr id="0" name=""/>
        <dsp:cNvSpPr/>
      </dsp:nvSpPr>
      <dsp:spPr>
        <a:xfrm>
          <a:off x="0" y="3384078"/>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7F76EA-F8F1-470A-9BE7-54C170DBFCC1}">
      <dsp:nvSpPr>
        <dsp:cNvPr id="0" name=""/>
        <dsp:cNvSpPr/>
      </dsp:nvSpPr>
      <dsp:spPr>
        <a:xfrm>
          <a:off x="0" y="3384078"/>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OHENEBA Boakye Ansah (1858922) </a:t>
          </a:r>
        </a:p>
      </dsp:txBody>
      <dsp:txXfrm>
        <a:off x="0" y="3384078"/>
        <a:ext cx="10515600" cy="483363"/>
      </dsp:txXfrm>
    </dsp:sp>
    <dsp:sp modelId="{8926335C-165D-4B0E-9BF5-D1A536F94673}">
      <dsp:nvSpPr>
        <dsp:cNvPr id="0" name=""/>
        <dsp:cNvSpPr/>
      </dsp:nvSpPr>
      <dsp:spPr>
        <a:xfrm>
          <a:off x="0" y="3867442"/>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4DABBF-6D8D-49B8-B0F9-21DC54A6A2AC}">
      <dsp:nvSpPr>
        <dsp:cNvPr id="0" name=""/>
        <dsp:cNvSpPr/>
      </dsp:nvSpPr>
      <dsp:spPr>
        <a:xfrm>
          <a:off x="0" y="3867442"/>
          <a:ext cx="10515600" cy="483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ASHILEY Samuel Tetteh    (3549718) </a:t>
          </a:r>
        </a:p>
      </dsp:txBody>
      <dsp:txXfrm>
        <a:off x="0" y="3867442"/>
        <a:ext cx="10515600" cy="4833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148B99-DF91-471F-9A1B-AC97B3A859D1}">
      <dsp:nvSpPr>
        <dsp:cNvPr id="0" name=""/>
        <dsp:cNvSpPr/>
      </dsp:nvSpPr>
      <dsp:spPr>
        <a:xfrm>
          <a:off x="0" y="2729853"/>
          <a:ext cx="7452360" cy="0"/>
        </a:xfrm>
        <a:prstGeom prst="line">
          <a:avLst/>
        </a:prstGeom>
        <a:solidFill>
          <a:schemeClr val="dk2">
            <a:alpha val="90000"/>
            <a:hueOff val="0"/>
            <a:satOff val="0"/>
            <a:lumOff val="0"/>
            <a:alphaOff val="0"/>
          </a:schemeClr>
        </a:solidFill>
        <a:ln w="12050" cap="flat" cmpd="sng" algn="ctr">
          <a:solidFill>
            <a:schemeClr val="dk2">
              <a:hueOff val="0"/>
              <a:satOff val="0"/>
              <a:lumOff val="0"/>
              <a:alphaOff val="0"/>
            </a:schemeClr>
          </a:solidFill>
          <a:prstDash val="solid"/>
          <a:miter lim="800000"/>
          <a:tailEnd type="arrow" w="med" len="med"/>
        </a:ln>
        <a:effectLst/>
      </dsp:spPr>
      <dsp:style>
        <a:lnRef idx="2">
          <a:scrgbClr r="0" g="0" b="0"/>
        </a:lnRef>
        <a:fillRef idx="1">
          <a:scrgbClr r="0" g="0" b="0"/>
        </a:fillRef>
        <a:effectRef idx="0">
          <a:scrgbClr r="0" g="0" b="0"/>
        </a:effectRef>
        <a:fontRef idx="minor"/>
      </dsp:style>
    </dsp:sp>
    <dsp:sp modelId="{922D0BB8-0590-43A8-B370-E71644FAF5B4}">
      <dsp:nvSpPr>
        <dsp:cNvPr id="0" name=""/>
        <dsp:cNvSpPr/>
      </dsp:nvSpPr>
      <dsp:spPr>
        <a:xfrm>
          <a:off x="540687" y="1323432"/>
          <a:ext cx="1959259" cy="1406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pPr>
          <a:r>
            <a:rPr lang="en-US" sz="1400" kern="1200" dirty="0"/>
            <a:t>Making sure safe and hygienic pool water is essential to protect users from infections, irritation and harmful contaminants </a:t>
          </a:r>
          <a:endParaRPr lang="en-GH" sz="1400" kern="1200" dirty="0"/>
        </a:p>
      </dsp:txBody>
      <dsp:txXfrm>
        <a:off x="540687" y="1323432"/>
        <a:ext cx="1959259" cy="1406420"/>
      </dsp:txXfrm>
    </dsp:sp>
    <dsp:sp modelId="{F2FA5D8E-FF88-4335-A55F-8BE10ABCCC9B}">
      <dsp:nvSpPr>
        <dsp:cNvPr id="0" name=""/>
        <dsp:cNvSpPr/>
      </dsp:nvSpPr>
      <dsp:spPr>
        <a:xfrm>
          <a:off x="540687" y="589648"/>
          <a:ext cx="1959259" cy="733784"/>
        </a:xfrm>
        <a:prstGeom prst="rect">
          <a:avLst/>
        </a:prstGeom>
        <a:solidFill>
          <a:schemeClr val="accent1">
            <a:alpha val="0"/>
            <a:hueOff val="0"/>
            <a:satOff val="0"/>
            <a:lumOff val="0"/>
            <a:alphaOff val="0"/>
          </a:schemeClr>
        </a:solidFill>
        <a:ln w="19050" cap="flat" cmpd="sng" algn="ctr">
          <a:solidFill>
            <a:schemeClr val="accen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defRPr b="1"/>
          </a:pPr>
          <a:r>
            <a:rPr lang="en-US" sz="1800" kern="1200" dirty="0"/>
            <a:t>Maintaining Water Quality </a:t>
          </a:r>
          <a:endParaRPr lang="en-GH" sz="1800" kern="1200" dirty="0"/>
        </a:p>
      </dsp:txBody>
      <dsp:txXfrm>
        <a:off x="540687" y="589648"/>
        <a:ext cx="1959259" cy="733784"/>
      </dsp:txXfrm>
    </dsp:sp>
    <dsp:sp modelId="{FE6095A1-9D4C-47A9-B3A5-3C45D4F0A51E}">
      <dsp:nvSpPr>
        <dsp:cNvPr id="0" name=""/>
        <dsp:cNvSpPr/>
      </dsp:nvSpPr>
      <dsp:spPr>
        <a:xfrm>
          <a:off x="272211" y="545970"/>
          <a:ext cx="0" cy="2183882"/>
        </a:xfrm>
        <a:prstGeom prst="line">
          <a:avLst/>
        </a:prstGeom>
        <a:noFill/>
        <a:ln w="1270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B1D4578-26F0-44C1-814A-341A20BD2466}">
      <dsp:nvSpPr>
        <dsp:cNvPr id="0" name=""/>
        <dsp:cNvSpPr/>
      </dsp:nvSpPr>
      <dsp:spPr>
        <a:xfrm>
          <a:off x="225891" y="2664554"/>
          <a:ext cx="123498" cy="130596"/>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E54326-C773-4F30-ABA2-B4504966C8E9}">
      <dsp:nvSpPr>
        <dsp:cNvPr id="0" name=""/>
        <dsp:cNvSpPr/>
      </dsp:nvSpPr>
      <dsp:spPr>
        <a:xfrm>
          <a:off x="1777856" y="3725703"/>
          <a:ext cx="1959259" cy="1188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pPr>
          <a:r>
            <a:rPr lang="en-US" sz="1400" kern="1200" dirty="0"/>
            <a:t>Cloudy or unclear water is mostly used as signals for presence of microorganisms or pollutants. </a:t>
          </a:r>
          <a:endParaRPr lang="en-GH" sz="1400" kern="1200" dirty="0"/>
        </a:p>
      </dsp:txBody>
      <dsp:txXfrm>
        <a:off x="1777856" y="3725703"/>
        <a:ext cx="1959259" cy="1188032"/>
      </dsp:txXfrm>
    </dsp:sp>
    <dsp:sp modelId="{543B3581-6F95-45D3-8347-AA2BDB73581F}">
      <dsp:nvSpPr>
        <dsp:cNvPr id="0" name=""/>
        <dsp:cNvSpPr/>
      </dsp:nvSpPr>
      <dsp:spPr>
        <a:xfrm>
          <a:off x="1777856" y="2948241"/>
          <a:ext cx="1959259" cy="777462"/>
        </a:xfrm>
        <a:prstGeom prst="rect">
          <a:avLst/>
        </a:prstGeom>
        <a:solidFill>
          <a:schemeClr val="accent1">
            <a:alpha val="0"/>
            <a:hueOff val="0"/>
            <a:satOff val="0"/>
            <a:lumOff val="0"/>
            <a:alphaOff val="0"/>
          </a:schemeClr>
        </a:solidFill>
        <a:ln w="19050" cap="flat" cmpd="sng" algn="ctr">
          <a:solidFill>
            <a:schemeClr val="accen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defRPr b="1"/>
          </a:pPr>
          <a:r>
            <a:rPr lang="en-US" sz="1800" kern="1200" dirty="0"/>
            <a:t>Increased Turbidity</a:t>
          </a:r>
          <a:endParaRPr lang="en-GH" sz="1800" kern="1200" dirty="0"/>
        </a:p>
      </dsp:txBody>
      <dsp:txXfrm>
        <a:off x="1777856" y="2948241"/>
        <a:ext cx="1959259" cy="777462"/>
      </dsp:txXfrm>
    </dsp:sp>
    <dsp:sp modelId="{098E6635-5680-4A3F-82C1-4320BB244C64}">
      <dsp:nvSpPr>
        <dsp:cNvPr id="0" name=""/>
        <dsp:cNvSpPr/>
      </dsp:nvSpPr>
      <dsp:spPr>
        <a:xfrm>
          <a:off x="1509381" y="2729853"/>
          <a:ext cx="0" cy="2183882"/>
        </a:xfrm>
        <a:prstGeom prst="line">
          <a:avLst/>
        </a:prstGeom>
        <a:noFill/>
        <a:ln w="1270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E8E1BD9-E686-44F3-9E7D-A458D6343FC2}">
      <dsp:nvSpPr>
        <dsp:cNvPr id="0" name=""/>
        <dsp:cNvSpPr/>
      </dsp:nvSpPr>
      <dsp:spPr>
        <a:xfrm>
          <a:off x="1463060" y="2664554"/>
          <a:ext cx="123498" cy="130596"/>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6E2214-31C4-4373-9765-2E5446FFF722}">
      <dsp:nvSpPr>
        <dsp:cNvPr id="0" name=""/>
        <dsp:cNvSpPr/>
      </dsp:nvSpPr>
      <dsp:spPr>
        <a:xfrm>
          <a:off x="3015026" y="1323432"/>
          <a:ext cx="1959259" cy="1406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pPr>
          <a:r>
            <a:rPr lang="en-US" sz="1400" kern="1200" dirty="0"/>
            <a:t>When pH of the water is too acidic or too alkaline, it causes discomfort to the users of the pool water and it affects the effectiveness of the disinfectants</a:t>
          </a:r>
          <a:endParaRPr lang="en-GH" sz="1400" kern="1200" dirty="0"/>
        </a:p>
      </dsp:txBody>
      <dsp:txXfrm>
        <a:off x="3015026" y="1323432"/>
        <a:ext cx="1959259" cy="1406420"/>
      </dsp:txXfrm>
    </dsp:sp>
    <dsp:sp modelId="{0A42A40C-51F2-431D-8CAD-FCA3A727923B}">
      <dsp:nvSpPr>
        <dsp:cNvPr id="0" name=""/>
        <dsp:cNvSpPr/>
      </dsp:nvSpPr>
      <dsp:spPr>
        <a:xfrm>
          <a:off x="3015026" y="589648"/>
          <a:ext cx="1959259" cy="733784"/>
        </a:xfrm>
        <a:prstGeom prst="rect">
          <a:avLst/>
        </a:prstGeom>
        <a:solidFill>
          <a:schemeClr val="accent1">
            <a:alpha val="0"/>
            <a:hueOff val="0"/>
            <a:satOff val="0"/>
            <a:lumOff val="0"/>
            <a:alphaOff val="0"/>
          </a:schemeClr>
        </a:solidFill>
        <a:ln w="19050" cap="flat" cmpd="sng" algn="ctr">
          <a:solidFill>
            <a:schemeClr val="accen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defRPr b="1"/>
          </a:pPr>
          <a:r>
            <a:rPr lang="en-US" sz="1800" kern="1200" dirty="0"/>
            <a:t>pH level imbalance</a:t>
          </a:r>
          <a:endParaRPr lang="en-GH" sz="1800" kern="1200" dirty="0"/>
        </a:p>
      </dsp:txBody>
      <dsp:txXfrm>
        <a:off x="3015026" y="589648"/>
        <a:ext cx="1959259" cy="733784"/>
      </dsp:txXfrm>
    </dsp:sp>
    <dsp:sp modelId="{81F04C29-A6CC-40E1-8601-44E7F270F5AF}">
      <dsp:nvSpPr>
        <dsp:cNvPr id="0" name=""/>
        <dsp:cNvSpPr/>
      </dsp:nvSpPr>
      <dsp:spPr>
        <a:xfrm>
          <a:off x="2746550" y="545970"/>
          <a:ext cx="0" cy="2183882"/>
        </a:xfrm>
        <a:prstGeom prst="line">
          <a:avLst/>
        </a:prstGeom>
        <a:noFill/>
        <a:ln w="1270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C3A247B-AAD2-439D-803C-CBA6A9F95BCD}">
      <dsp:nvSpPr>
        <dsp:cNvPr id="0" name=""/>
        <dsp:cNvSpPr/>
      </dsp:nvSpPr>
      <dsp:spPr>
        <a:xfrm>
          <a:off x="2700229" y="2664554"/>
          <a:ext cx="123498" cy="130596"/>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D274F6-14E9-49D6-9334-82E2DD8B8B41}">
      <dsp:nvSpPr>
        <dsp:cNvPr id="0" name=""/>
        <dsp:cNvSpPr/>
      </dsp:nvSpPr>
      <dsp:spPr>
        <a:xfrm>
          <a:off x="4252195" y="3725703"/>
          <a:ext cx="1959259" cy="1188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pPr>
          <a:r>
            <a:rPr lang="en-US" sz="1400" kern="1200" dirty="0"/>
            <a:t>There is the need for the system to continuously track the quality of water and alert lifeguards when the water becomes unsafe for the users</a:t>
          </a:r>
          <a:endParaRPr lang="en-GH" sz="1400" kern="1200" dirty="0"/>
        </a:p>
      </dsp:txBody>
      <dsp:txXfrm>
        <a:off x="4252195" y="3725703"/>
        <a:ext cx="1959259" cy="1188032"/>
      </dsp:txXfrm>
    </dsp:sp>
    <dsp:sp modelId="{8B10F5F5-B62C-4328-B89D-D7981E4E5AB6}">
      <dsp:nvSpPr>
        <dsp:cNvPr id="0" name=""/>
        <dsp:cNvSpPr/>
      </dsp:nvSpPr>
      <dsp:spPr>
        <a:xfrm>
          <a:off x="4252195" y="2948241"/>
          <a:ext cx="1959259" cy="777462"/>
        </a:xfrm>
        <a:prstGeom prst="rect">
          <a:avLst/>
        </a:prstGeom>
        <a:solidFill>
          <a:schemeClr val="accent1">
            <a:alpha val="0"/>
            <a:hueOff val="0"/>
            <a:satOff val="0"/>
            <a:lumOff val="0"/>
            <a:alphaOff val="0"/>
          </a:schemeClr>
        </a:solidFill>
        <a:ln w="19050" cap="flat" cmpd="sng" algn="ctr">
          <a:solidFill>
            <a:schemeClr val="accen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defRPr b="1"/>
          </a:pPr>
          <a:r>
            <a:rPr lang="en-US" sz="1800" kern="1200" dirty="0"/>
            <a:t>Need for Automated Monitoring</a:t>
          </a:r>
          <a:endParaRPr lang="en-GH" sz="1800" kern="1200" dirty="0"/>
        </a:p>
      </dsp:txBody>
      <dsp:txXfrm>
        <a:off x="4252195" y="2948241"/>
        <a:ext cx="1959259" cy="777462"/>
      </dsp:txXfrm>
    </dsp:sp>
    <dsp:sp modelId="{ACD7B952-6030-49D1-85E2-F73216FF8877}">
      <dsp:nvSpPr>
        <dsp:cNvPr id="0" name=""/>
        <dsp:cNvSpPr/>
      </dsp:nvSpPr>
      <dsp:spPr>
        <a:xfrm>
          <a:off x="3983719" y="2729853"/>
          <a:ext cx="0" cy="2183882"/>
        </a:xfrm>
        <a:prstGeom prst="line">
          <a:avLst/>
        </a:prstGeom>
        <a:noFill/>
        <a:ln w="1270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0CFFD81-CE33-4A1C-AFAB-4D208199E1FF}">
      <dsp:nvSpPr>
        <dsp:cNvPr id="0" name=""/>
        <dsp:cNvSpPr/>
      </dsp:nvSpPr>
      <dsp:spPr>
        <a:xfrm>
          <a:off x="3937399" y="2664554"/>
          <a:ext cx="123498" cy="130596"/>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C4E928-FA9D-4309-B5E3-50BB01BA1499}">
      <dsp:nvSpPr>
        <dsp:cNvPr id="0" name=""/>
        <dsp:cNvSpPr/>
      </dsp:nvSpPr>
      <dsp:spPr>
        <a:xfrm>
          <a:off x="5489364" y="1323432"/>
          <a:ext cx="1959259" cy="1406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pPr>
          <a:r>
            <a:rPr lang="en-US" sz="1400" kern="1200" dirty="0"/>
            <a:t>Higher or lower temperature water creates favorable conditions for bacterial growth which increases the risk of contamination </a:t>
          </a:r>
          <a:endParaRPr lang="en-GH" sz="1400" kern="1200" dirty="0"/>
        </a:p>
      </dsp:txBody>
      <dsp:txXfrm>
        <a:off x="5489364" y="1323432"/>
        <a:ext cx="1959259" cy="1406420"/>
      </dsp:txXfrm>
    </dsp:sp>
    <dsp:sp modelId="{E11B1763-E3DD-41ED-9FA2-0FE8D93B9076}">
      <dsp:nvSpPr>
        <dsp:cNvPr id="0" name=""/>
        <dsp:cNvSpPr/>
      </dsp:nvSpPr>
      <dsp:spPr>
        <a:xfrm>
          <a:off x="5489364" y="589648"/>
          <a:ext cx="1959259" cy="733784"/>
        </a:xfrm>
        <a:prstGeom prst="rect">
          <a:avLst/>
        </a:prstGeom>
        <a:solidFill>
          <a:schemeClr val="accent1">
            <a:alpha val="0"/>
            <a:hueOff val="0"/>
            <a:satOff val="0"/>
            <a:lumOff val="0"/>
            <a:alphaOff val="0"/>
          </a:schemeClr>
        </a:solidFill>
        <a:ln w="19050" cap="flat" cmpd="sng" algn="ctr">
          <a:solidFill>
            <a:schemeClr val="accen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defRPr b="1"/>
          </a:pPr>
          <a:r>
            <a:rPr lang="en-US" sz="1800" kern="1200" dirty="0"/>
            <a:t> Temperature Variations</a:t>
          </a:r>
          <a:endParaRPr lang="en-GH" sz="1800" kern="1200" dirty="0"/>
        </a:p>
      </dsp:txBody>
      <dsp:txXfrm>
        <a:off x="5489364" y="589648"/>
        <a:ext cx="1959259" cy="733784"/>
      </dsp:txXfrm>
    </dsp:sp>
    <dsp:sp modelId="{C18B8378-0282-4F0E-A8A2-1F15CB59EF69}">
      <dsp:nvSpPr>
        <dsp:cNvPr id="0" name=""/>
        <dsp:cNvSpPr/>
      </dsp:nvSpPr>
      <dsp:spPr>
        <a:xfrm>
          <a:off x="5220889" y="545970"/>
          <a:ext cx="0" cy="2183882"/>
        </a:xfrm>
        <a:prstGeom prst="line">
          <a:avLst/>
        </a:prstGeom>
        <a:noFill/>
        <a:ln w="12700" cap="flat" cmpd="sng" algn="ctr">
          <a:solidFill>
            <a:schemeClr val="dk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A75E123-B8E7-4584-B7B8-629463F31EC5}">
      <dsp:nvSpPr>
        <dsp:cNvPr id="0" name=""/>
        <dsp:cNvSpPr/>
      </dsp:nvSpPr>
      <dsp:spPr>
        <a:xfrm>
          <a:off x="5174568" y="2664554"/>
          <a:ext cx="123498" cy="130596"/>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CF8FDF-AEBE-45B5-91F2-F9BF06CDDE08}">
      <dsp:nvSpPr>
        <dsp:cNvPr id="0" name=""/>
        <dsp:cNvSpPr/>
      </dsp:nvSpPr>
      <dsp:spPr>
        <a:xfrm>
          <a:off x="0" y="326660"/>
          <a:ext cx="6666833" cy="115478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We made use of Tinkercad for our simulation, and unfortunately we could not find a turbidity sensor, a temperature sensor, or a pH sensor within the platform.</a:t>
          </a:r>
        </a:p>
      </dsp:txBody>
      <dsp:txXfrm>
        <a:off x="56372" y="383032"/>
        <a:ext cx="6554089" cy="1042045"/>
      </dsp:txXfrm>
    </dsp:sp>
    <dsp:sp modelId="{8B231BEC-0519-43E1-BB1B-46622D4FFE37}">
      <dsp:nvSpPr>
        <dsp:cNvPr id="0" name=""/>
        <dsp:cNvSpPr/>
      </dsp:nvSpPr>
      <dsp:spPr>
        <a:xfrm>
          <a:off x="0" y="1541930"/>
          <a:ext cx="6666833" cy="1154789"/>
        </a:xfrm>
        <a:prstGeom prst="roundRect">
          <a:avLst/>
        </a:prstGeom>
        <a:gradFill rotWithShape="0">
          <a:gsLst>
            <a:gs pos="0">
              <a:schemeClr val="accent2">
                <a:hueOff val="2147871"/>
                <a:satOff val="-6164"/>
                <a:lumOff val="-9870"/>
                <a:alphaOff val="0"/>
                <a:satMod val="103000"/>
                <a:lumMod val="102000"/>
                <a:tint val="94000"/>
              </a:schemeClr>
            </a:gs>
            <a:gs pos="50000">
              <a:schemeClr val="accent2">
                <a:hueOff val="2147871"/>
                <a:satOff val="-6164"/>
                <a:lumOff val="-9870"/>
                <a:alphaOff val="0"/>
                <a:satMod val="110000"/>
                <a:lumMod val="100000"/>
                <a:shade val="100000"/>
              </a:schemeClr>
            </a:gs>
            <a:gs pos="100000">
              <a:schemeClr val="accent2">
                <a:hueOff val="2147871"/>
                <a:satOff val="-6164"/>
                <a:lumOff val="-987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HOW WE SOLVED THE PROBLEMS</a:t>
          </a:r>
        </a:p>
      </dsp:txBody>
      <dsp:txXfrm>
        <a:off x="56372" y="1598302"/>
        <a:ext cx="6554089" cy="1042045"/>
      </dsp:txXfrm>
    </dsp:sp>
    <dsp:sp modelId="{9DCB2AF4-4B0A-4F31-979D-0E06F8E31770}">
      <dsp:nvSpPr>
        <dsp:cNvPr id="0" name=""/>
        <dsp:cNvSpPr/>
      </dsp:nvSpPr>
      <dsp:spPr>
        <a:xfrm>
          <a:off x="0" y="2757200"/>
          <a:ext cx="6666833" cy="1154789"/>
        </a:xfrm>
        <a:prstGeom prst="roundRect">
          <a:avLst/>
        </a:prstGeom>
        <a:gradFill rotWithShape="0">
          <a:gsLst>
            <a:gs pos="0">
              <a:schemeClr val="accent2">
                <a:hueOff val="4295743"/>
                <a:satOff val="-12329"/>
                <a:lumOff val="-19739"/>
                <a:alphaOff val="0"/>
                <a:satMod val="103000"/>
                <a:lumMod val="102000"/>
                <a:tint val="94000"/>
              </a:schemeClr>
            </a:gs>
            <a:gs pos="50000">
              <a:schemeClr val="accent2">
                <a:hueOff val="4295743"/>
                <a:satOff val="-12329"/>
                <a:lumOff val="-19739"/>
                <a:alphaOff val="0"/>
                <a:satMod val="110000"/>
                <a:lumMod val="100000"/>
                <a:shade val="100000"/>
              </a:schemeClr>
            </a:gs>
            <a:gs pos="100000">
              <a:schemeClr val="accent2">
                <a:hueOff val="4295743"/>
                <a:satOff val="-12329"/>
                <a:lumOff val="-1973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Because we had no turbidity sensor, we opted for a photoresistor</a:t>
          </a:r>
        </a:p>
      </dsp:txBody>
      <dsp:txXfrm>
        <a:off x="56372" y="2813572"/>
        <a:ext cx="6554089" cy="1042045"/>
      </dsp:txXfrm>
    </dsp:sp>
    <dsp:sp modelId="{107C577A-DC9A-42A6-BDB2-2DD9596F4571}">
      <dsp:nvSpPr>
        <dsp:cNvPr id="0" name=""/>
        <dsp:cNvSpPr/>
      </dsp:nvSpPr>
      <dsp:spPr>
        <a:xfrm>
          <a:off x="0" y="3972470"/>
          <a:ext cx="6666833" cy="1154789"/>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Because we had no temperature sensor and pH detector, we opted for a potentiometer</a:t>
          </a:r>
        </a:p>
      </dsp:txBody>
      <dsp:txXfrm>
        <a:off x="56372" y="4028842"/>
        <a:ext cx="6554089" cy="104204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24/3/layout/SimpleTimelineDefaultVariant">
  <dgm:title val="Simple Timeline"/>
  <dgm:desc val="Displays events in chronological order. Each event should have a date or name up to medium length and the option to add a description that can be medium or a bit longer in length."/>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align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2050">
                    <a:solidFill>
                      <a:srgbClr val="000000"/>
                    </a:solidFill>
                    <a:tailEnd type="arrow" w="med" len="med"/>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arrow" w="med" len="med"/>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23"/>
                        <dgm:constr type="h" for="ch" forName="ConnectorPoint1" refType="h" refFor="ch" refForName="DropPinPlaceHolder1" fact="0.23"/>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78"/>
                        <dgm:constr type="b" for="ch" forName="L2TextContainer1" refType="h" fact="0.5"/>
                        <dgm:constr type="w" for="ch" forName="L1TextContainer1" refType="w" fact="0.83"/>
                        <dgm:constr type="l" for="ch" forName="L1TextContainer1" refType="r" refFor="ch" refForName="DropPinPlaceHolder1"/>
                        <dgm:constr type="t" for="ch" forName="L1TextContainer1" refType="h" fact="0.01"/>
                        <dgm:constr type="b" for="ch" forName="L1TextContainer1" refType="h" fact="0.178"/>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23"/>
                        <dgm:constr type="h" for="ch" forName="ConnectorPoint1" refType="h" refFor="ch" refForName="DropPinPlaceHolder1" fact="0.23"/>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728"/>
                        <dgm:constr type="t" for="ch" forName="L1TextContainer1" refType="h" fact="0.55"/>
                        <dgm:constr type="w" for="ch" forName="L2TextContainer1" refType="w" fact="0.83"/>
                        <dgm:constr type="l" for="ch" forName="L2TextContainer1" refType="r" refFor="ch" refForName="DropPinPlaceHolder1"/>
                        <dgm:constr type="b" for="ch" forName="L2TextContainer1" refType="b" refFor="ch" refForName="DropPinPlaceHolder1"/>
                        <dgm:constr type="t" for="ch" forName="L2TextContainer1" refType="h" fact="0.728"/>
                        <dgm:constr type="w" for="ch" forName="ConnectLine1"/>
                        <dgm:constr type="ctrX" for="ch" forName="ConnectLine1" refType="ctrX" refFor="ch" refForName="DropPinPlaceHolder1"/>
                        <dgm:constr type="t" for="ch" forName="ConnectLine1" refType="h" fact="0.5"/>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23"/>
                        <dgm:constr type="h" for="ch" forName="ConnectorPoint1" refType="h" refFor="ch" refForName="DropPinPlaceHolder1" fact="0.23"/>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78"/>
                        <dgm:constr type="b" for="ch" forName="L2TextContainer1" refType="h" fact="0.5"/>
                        <dgm:constr type="w" for="ch" forName="L1TextContainer1" refType="w" fact="0.83"/>
                        <dgm:constr type="l" for="ch" forName="L1TextContainer1" refType="r" refFor="ch" refForName="DropPinPlaceHolder1"/>
                        <dgm:constr type="t" for="ch" forName="L1TextContainer1" refType="h" fact="0.01"/>
                        <dgm:constr type="b" for="ch" forName="L1TextContainer1" refType="h" fact="0.178"/>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23"/>
                        <dgm:constr type="h" for="ch" forName="ConnectorPoint1" refType="h" refFor="ch" refForName="DropPinPlaceHolder1" fact="0.23"/>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728"/>
                        <dgm:constr type="t" for="ch" forName="L1TextContainer1" refType="h" fact="0.55"/>
                        <dgm:constr type="w" for="ch" forName="L2TextContainer1" refType="w" fact="0.83"/>
                        <dgm:constr type="l" for="ch" forName="L2TextContainer1" refType="r" refFor="ch" refForName="DropPinPlaceHolder1"/>
                        <dgm:constr type="b" for="ch" forName="L2TextContainer1" refType="b" refFor="ch" refForName="DropPinPlaceHolder1"/>
                        <dgm:constr type="t" for="ch" forName="L2TextContainer1" refType="h" fact="0.728"/>
                        <dgm:constr type="w" for="ch" forName="ConnectLine1"/>
                        <dgm:constr type="ctrX" for="ch" forName="ConnectLine1" refType="ctrX" refFor="ch" refForName="DropPinPlaceHolder1"/>
                        <dgm:constr type="t" for="ch" forName="ConnectLine1" refType="h" fact="0.5"/>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fact="0"/>
                  <dgm:constr type="h" for="ch" forName="DropPin1" refType="h" fact="0"/>
                  <dgm:constr type="ctrX" for="ch" forName="DropPin1" refType="w" fact="0"/>
                  <dgm:constr type="ctrY" for="ch" forName="DropPin1" refType="h" fact="0"/>
                  <dgm:constr type="w" for="ch" forName="Ellipse1" refType="w" refFor="ch" refForName="DropPin1" fact="0"/>
                  <dgm:constr type="h" for="ch" forName="Ellipse1" refType="w" refFor="ch" refForName="DropPin1" fact="0"/>
                  <dgm:constr type="ctrX" for="ch" forName="Ellipse1" refType="ctrX" refFor="ch" refForName="DropPin1" fact="0"/>
                  <dgm:constr type="ctrY" for="ch" forName="Ellipse1" refType="ctrY" refFor="ch" refForName="DropPin1" fact="0"/>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1" styleLbl="alignNode1">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1" styleLbl="sibTrans1D1">
                <dgm:alg type="sp"/>
                <dgm:shape xmlns:r="http://schemas.openxmlformats.org/officeDocument/2006/relationships" type="line" r:blip="">
                  <dgm:adj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23"/>
                        <dgm:constr type="h" for="ch" forName="ConnectorPoint" refType="h" refFor="ch" refForName="DropPinPlaceHolder" fact="0.23"/>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78"/>
                        <dgm:constr type="b" for="ch" forName="L2TextContainer" refType="h" fact="0.5"/>
                        <dgm:constr type="w" for="ch" forName="L1TextContainer" refType="w" fact="0.83"/>
                        <dgm:constr type="l" for="ch" forName="L1TextContainer" refType="r" refFor="ch" refForName="DropPinPlaceHolder"/>
                        <dgm:constr type="t" for="ch" forName="L1TextContainer" refType="h" fact="0.01"/>
                        <dgm:constr type="b" for="ch" forName="L1TextContainer" refType="h" fact="0.178"/>
                        <dgm:constr type="w" for="ch" forName="ConnectLine" fact="2"/>
                        <dgm:constr type="ctrX" for="ch" forName="ConnectLine" refType="ctrX" refFor="ch" refForName="DropPinPlaceHolder"/>
                        <dgm:constr type="b" for="ch" forName="ConnectLine" refType="h" fact="0.5"/>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23"/>
                        <dgm:constr type="h" for="ch" forName="ConnectorPoint" refType="h" refFor="ch" refForName="DropPinPlaceHolder" fact="0.23"/>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728"/>
                        <dgm:constr type="t" for="ch" forName="L1TextContainer" refType="h" fact="0.55"/>
                        <dgm:constr type="w" for="ch" forName="L2TextContainer" refType="w" fact="0.83"/>
                        <dgm:constr type="l" for="ch" forName="L2TextContainer" refType="r" refFor="ch" refForName="DropPinPlaceHolder"/>
                        <dgm:constr type="b" for="ch" forName="L2TextContainer" refType="b" refFor="ch" refForName="DropPinPlaceHolder"/>
                        <dgm:constr type="t" for="ch" forName="L2TextContainer" refType="h" fact="0.728"/>
                        <dgm:constr type="w" for="ch" forName="ConnectLine"/>
                        <dgm:constr type="ctrX" for="ch" forName="ConnectLine" refType="ctrX" refFor="ch" refForName="DropPinPlaceHolder"/>
                        <dgm:constr type="t" for="ch" forName="ConnectLine" refType="h" fact="0.5"/>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23"/>
                        <dgm:constr type="h" for="ch" forName="ConnectorPoint" refType="h" refFor="ch" refForName="DropPinPlaceHolder" fact="0.23"/>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78"/>
                        <dgm:constr type="b" for="ch" forName="L2TextContainer" refType="h" fact="0.5"/>
                        <dgm:constr type="w" for="ch" forName="L1TextContainer" refType="w" fact="0.83"/>
                        <dgm:constr type="l" for="ch" forName="L1TextContainer" refType="r" refFor="ch" refForName="DropPinPlaceHolder"/>
                        <dgm:constr type="t" for="ch" forName="L1TextContainer" refType="h" fact="0.01"/>
                        <dgm:constr type="b" for="ch" forName="L1TextContainer" refType="h" fact="0.178"/>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23"/>
                        <dgm:constr type="h" for="ch" forName="ConnectorPoint" refType="h" refFor="ch" refForName="DropPinPlaceHolder" fact="0.23"/>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728"/>
                        <dgm:constr type="t" for="ch" forName="L1TextContainer" refType="h" fact="0.55"/>
                        <dgm:constr type="w" for="ch" forName="L2TextContainer" refType="w" fact="0.83"/>
                        <dgm:constr type="l" for="ch" forName="L2TextContainer" refType="r" refFor="ch" refForName="DropPinPlaceHolder"/>
                        <dgm:constr type="b" for="ch" forName="L2TextContainer" refType="b" refFor="ch" refForName="DropPinPlaceHolder"/>
                        <dgm:constr type="t" for="ch" forName="L2TextContainer" refType="h" fact="0.728"/>
                        <dgm:constr type="w" for="ch" forName="ConnectLine"/>
                        <dgm:constr type="ctrX" for="ch" forName="ConnectLine" refType="ctrX" refFor="ch" refForName="DropPinPlaceHolder"/>
                        <dgm:constr type="t" for="ch" forName="ConnectLine" refType="h" fact="0.5"/>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fact="0"/>
                  <dgm:constr type="h" for="ch" forName="DropPin" refType="h" fact="0"/>
                  <dgm:constr type="ctrX" for="ch" forName="DropPin" refType="w" fact="0"/>
                  <dgm:constr type="ctrY" for="ch" forName="DropPin" refType="h" fact="0"/>
                  <dgm:constr type="w" for="ch" forName="Ellipse" refType="w" refFor="ch" refForName="DropPin" fact="0"/>
                  <dgm:constr type="h" for="ch" forName="Ellipse" refType="w" refFor="ch" refForName="DropPin" fact="0"/>
                  <dgm:constr type="ctrX" for="ch" forName="Ellipse" refType="ctrX" refFor="ch" refForName="DropPin" fact="0"/>
                  <dgm:constr type="ctrY" for="ch" forName="Ellipse" refType="ctrY" refFor="ch" refForName="DropPin" fact="0"/>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 styleLbl="alignNode1">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 styleLbl="sibTrans1D1">
                <dgm:alg type="sp"/>
                <dgm:shape xmlns:r="http://schemas.openxmlformats.org/officeDocument/2006/relationships" type="line" r:blip="">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B508E-04AD-F4D6-49E7-2C47553F62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25DD57A5-7C06-CECE-B19D-0596D42A60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A5F27500-C7F5-4095-B7E6-9B299319FF97}"/>
              </a:ext>
            </a:extLst>
          </p:cNvPr>
          <p:cNvSpPr>
            <a:spLocks noGrp="1"/>
          </p:cNvSpPr>
          <p:nvPr>
            <p:ph type="dt" sz="half" idx="10"/>
          </p:nvPr>
        </p:nvSpPr>
        <p:spPr/>
        <p:txBody>
          <a:bodyPr/>
          <a:lstStyle/>
          <a:p>
            <a:fld id="{B50B6B27-D047-4142-80A7-AE5638230EDF}" type="datetimeFigureOut">
              <a:rPr lang="LID4096" smtClean="0"/>
              <a:t>03/29/2026</a:t>
            </a:fld>
            <a:endParaRPr lang="LID4096"/>
          </a:p>
        </p:txBody>
      </p:sp>
      <p:sp>
        <p:nvSpPr>
          <p:cNvPr id="5" name="Footer Placeholder 4">
            <a:extLst>
              <a:ext uri="{FF2B5EF4-FFF2-40B4-BE49-F238E27FC236}">
                <a16:creationId xmlns:a16="http://schemas.microsoft.com/office/drawing/2014/main" id="{2D184052-1157-65EF-1051-77D31343DB37}"/>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01030350-A269-6225-F47D-33476F474EEC}"/>
              </a:ext>
            </a:extLst>
          </p:cNvPr>
          <p:cNvSpPr>
            <a:spLocks noGrp="1"/>
          </p:cNvSpPr>
          <p:nvPr>
            <p:ph type="sldNum" sz="quarter" idx="12"/>
          </p:nvPr>
        </p:nvSpPr>
        <p:spPr/>
        <p:txBody>
          <a:bodyPr/>
          <a:lstStyle/>
          <a:p>
            <a:fld id="{B244B6E3-906F-483E-B2BB-E8901CD2E23D}" type="slidenum">
              <a:rPr lang="LID4096" smtClean="0"/>
              <a:t>‹#›</a:t>
            </a:fld>
            <a:endParaRPr lang="LID4096"/>
          </a:p>
        </p:txBody>
      </p:sp>
    </p:spTree>
    <p:extLst>
      <p:ext uri="{BB962C8B-B14F-4D97-AF65-F5344CB8AC3E}">
        <p14:creationId xmlns:p14="http://schemas.microsoft.com/office/powerpoint/2010/main" val="2655852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320EA-BD27-437D-551C-6D9E74D4BA17}"/>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09B313CA-FCD0-40FF-25CD-31C35DA2CC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88D94BAF-B71F-9392-9F80-9C4A633AEE63}"/>
              </a:ext>
            </a:extLst>
          </p:cNvPr>
          <p:cNvSpPr>
            <a:spLocks noGrp="1"/>
          </p:cNvSpPr>
          <p:nvPr>
            <p:ph type="dt" sz="half" idx="10"/>
          </p:nvPr>
        </p:nvSpPr>
        <p:spPr/>
        <p:txBody>
          <a:bodyPr/>
          <a:lstStyle/>
          <a:p>
            <a:fld id="{B50B6B27-D047-4142-80A7-AE5638230EDF}" type="datetimeFigureOut">
              <a:rPr lang="LID4096" smtClean="0"/>
              <a:t>03/29/2026</a:t>
            </a:fld>
            <a:endParaRPr lang="LID4096"/>
          </a:p>
        </p:txBody>
      </p:sp>
      <p:sp>
        <p:nvSpPr>
          <p:cNvPr id="5" name="Footer Placeholder 4">
            <a:extLst>
              <a:ext uri="{FF2B5EF4-FFF2-40B4-BE49-F238E27FC236}">
                <a16:creationId xmlns:a16="http://schemas.microsoft.com/office/drawing/2014/main" id="{FDA17747-D2E3-6A58-0ED2-EDD0A78B5BA2}"/>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27E0D841-AAFD-18A2-4E5E-40D34AC7B340}"/>
              </a:ext>
            </a:extLst>
          </p:cNvPr>
          <p:cNvSpPr>
            <a:spLocks noGrp="1"/>
          </p:cNvSpPr>
          <p:nvPr>
            <p:ph type="sldNum" sz="quarter" idx="12"/>
          </p:nvPr>
        </p:nvSpPr>
        <p:spPr/>
        <p:txBody>
          <a:bodyPr/>
          <a:lstStyle/>
          <a:p>
            <a:fld id="{B244B6E3-906F-483E-B2BB-E8901CD2E23D}" type="slidenum">
              <a:rPr lang="LID4096" smtClean="0"/>
              <a:t>‹#›</a:t>
            </a:fld>
            <a:endParaRPr lang="LID4096"/>
          </a:p>
        </p:txBody>
      </p:sp>
    </p:spTree>
    <p:extLst>
      <p:ext uri="{BB962C8B-B14F-4D97-AF65-F5344CB8AC3E}">
        <p14:creationId xmlns:p14="http://schemas.microsoft.com/office/powerpoint/2010/main" val="2546895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44443-D307-E5A1-3937-51CD96A328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3562357E-FD36-581B-67B2-476250062C8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511517-A3DD-6367-DB88-721082CD953D}"/>
              </a:ext>
            </a:extLst>
          </p:cNvPr>
          <p:cNvSpPr>
            <a:spLocks noGrp="1"/>
          </p:cNvSpPr>
          <p:nvPr>
            <p:ph type="dt" sz="half" idx="10"/>
          </p:nvPr>
        </p:nvSpPr>
        <p:spPr/>
        <p:txBody>
          <a:bodyPr/>
          <a:lstStyle/>
          <a:p>
            <a:fld id="{B50B6B27-D047-4142-80A7-AE5638230EDF}" type="datetimeFigureOut">
              <a:rPr lang="LID4096" smtClean="0"/>
              <a:t>03/29/2026</a:t>
            </a:fld>
            <a:endParaRPr lang="LID4096"/>
          </a:p>
        </p:txBody>
      </p:sp>
      <p:sp>
        <p:nvSpPr>
          <p:cNvPr id="5" name="Footer Placeholder 4">
            <a:extLst>
              <a:ext uri="{FF2B5EF4-FFF2-40B4-BE49-F238E27FC236}">
                <a16:creationId xmlns:a16="http://schemas.microsoft.com/office/drawing/2014/main" id="{F187E3C6-0EE5-C93C-2B7E-D3CFE3182873}"/>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460DF552-2339-9C5F-5B55-CA4E5F6DF74F}"/>
              </a:ext>
            </a:extLst>
          </p:cNvPr>
          <p:cNvSpPr>
            <a:spLocks noGrp="1"/>
          </p:cNvSpPr>
          <p:nvPr>
            <p:ph type="sldNum" sz="quarter" idx="12"/>
          </p:nvPr>
        </p:nvSpPr>
        <p:spPr/>
        <p:txBody>
          <a:bodyPr/>
          <a:lstStyle/>
          <a:p>
            <a:fld id="{B244B6E3-906F-483E-B2BB-E8901CD2E23D}" type="slidenum">
              <a:rPr lang="LID4096" smtClean="0"/>
              <a:t>‹#›</a:t>
            </a:fld>
            <a:endParaRPr lang="LID4096"/>
          </a:p>
        </p:txBody>
      </p:sp>
    </p:spTree>
    <p:extLst>
      <p:ext uri="{BB962C8B-B14F-4D97-AF65-F5344CB8AC3E}">
        <p14:creationId xmlns:p14="http://schemas.microsoft.com/office/powerpoint/2010/main" val="2978308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08251-D0DD-B0F1-79CE-E15725D35342}"/>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A4E8F5A6-39D6-F75C-990C-BF83A70DC0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CE22AA93-C393-0CE1-2B9B-24AE3E920A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1488A405-29A9-ABCA-E649-0C764F60DF91}"/>
              </a:ext>
            </a:extLst>
          </p:cNvPr>
          <p:cNvSpPr>
            <a:spLocks noGrp="1"/>
          </p:cNvSpPr>
          <p:nvPr>
            <p:ph type="dt" sz="half" idx="10"/>
          </p:nvPr>
        </p:nvSpPr>
        <p:spPr/>
        <p:txBody>
          <a:bodyPr/>
          <a:lstStyle/>
          <a:p>
            <a:fld id="{B50B6B27-D047-4142-80A7-AE5638230EDF}" type="datetimeFigureOut">
              <a:rPr lang="LID4096" smtClean="0"/>
              <a:t>03/29/2026</a:t>
            </a:fld>
            <a:endParaRPr lang="LID4096"/>
          </a:p>
        </p:txBody>
      </p:sp>
      <p:sp>
        <p:nvSpPr>
          <p:cNvPr id="6" name="Footer Placeholder 5">
            <a:extLst>
              <a:ext uri="{FF2B5EF4-FFF2-40B4-BE49-F238E27FC236}">
                <a16:creationId xmlns:a16="http://schemas.microsoft.com/office/drawing/2014/main" id="{4FC4A63E-849F-DB09-D6DA-665B578DCE9B}"/>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81ED3C80-75E5-28A8-EBEE-D08A2D737361}"/>
              </a:ext>
            </a:extLst>
          </p:cNvPr>
          <p:cNvSpPr>
            <a:spLocks noGrp="1"/>
          </p:cNvSpPr>
          <p:nvPr>
            <p:ph type="sldNum" sz="quarter" idx="12"/>
          </p:nvPr>
        </p:nvSpPr>
        <p:spPr/>
        <p:txBody>
          <a:bodyPr/>
          <a:lstStyle/>
          <a:p>
            <a:fld id="{B244B6E3-906F-483E-B2BB-E8901CD2E23D}" type="slidenum">
              <a:rPr lang="LID4096" smtClean="0"/>
              <a:t>‹#›</a:t>
            </a:fld>
            <a:endParaRPr lang="LID4096"/>
          </a:p>
        </p:txBody>
      </p:sp>
    </p:spTree>
    <p:extLst>
      <p:ext uri="{BB962C8B-B14F-4D97-AF65-F5344CB8AC3E}">
        <p14:creationId xmlns:p14="http://schemas.microsoft.com/office/powerpoint/2010/main" val="2852893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57EEF-4F57-FB61-C837-84ADF85B5CD3}"/>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F7051F4C-C012-C193-4A65-D27FDF434D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060BC6-2AA1-A7A0-78BF-5C1352666D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3971063D-6AD9-5AFC-90B7-A1F3447FF3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6F0642-1A79-31F5-9DA5-796340D2E5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2629D433-D8FC-EF43-0A12-BD79C55F4DF6}"/>
              </a:ext>
            </a:extLst>
          </p:cNvPr>
          <p:cNvSpPr>
            <a:spLocks noGrp="1"/>
          </p:cNvSpPr>
          <p:nvPr>
            <p:ph type="dt" sz="half" idx="10"/>
          </p:nvPr>
        </p:nvSpPr>
        <p:spPr/>
        <p:txBody>
          <a:bodyPr/>
          <a:lstStyle/>
          <a:p>
            <a:fld id="{B50B6B27-D047-4142-80A7-AE5638230EDF}" type="datetimeFigureOut">
              <a:rPr lang="LID4096" smtClean="0"/>
              <a:t>03/29/2026</a:t>
            </a:fld>
            <a:endParaRPr lang="LID4096"/>
          </a:p>
        </p:txBody>
      </p:sp>
      <p:sp>
        <p:nvSpPr>
          <p:cNvPr id="8" name="Footer Placeholder 7">
            <a:extLst>
              <a:ext uri="{FF2B5EF4-FFF2-40B4-BE49-F238E27FC236}">
                <a16:creationId xmlns:a16="http://schemas.microsoft.com/office/drawing/2014/main" id="{F5CDD2A4-F494-2968-4B12-C98E45E88631}"/>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31111744-E10E-ED63-3CA2-346A435EE5D4}"/>
              </a:ext>
            </a:extLst>
          </p:cNvPr>
          <p:cNvSpPr>
            <a:spLocks noGrp="1"/>
          </p:cNvSpPr>
          <p:nvPr>
            <p:ph type="sldNum" sz="quarter" idx="12"/>
          </p:nvPr>
        </p:nvSpPr>
        <p:spPr/>
        <p:txBody>
          <a:bodyPr/>
          <a:lstStyle/>
          <a:p>
            <a:fld id="{B244B6E3-906F-483E-B2BB-E8901CD2E23D}" type="slidenum">
              <a:rPr lang="LID4096" smtClean="0"/>
              <a:t>‹#›</a:t>
            </a:fld>
            <a:endParaRPr lang="LID4096"/>
          </a:p>
        </p:txBody>
      </p:sp>
    </p:spTree>
    <p:extLst>
      <p:ext uri="{BB962C8B-B14F-4D97-AF65-F5344CB8AC3E}">
        <p14:creationId xmlns:p14="http://schemas.microsoft.com/office/powerpoint/2010/main" val="3881323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06459-BC2E-8C32-81B7-15604CDF2032}"/>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D4CE5625-0CBF-0DE7-618B-A2CFD0D42A5C}"/>
              </a:ext>
            </a:extLst>
          </p:cNvPr>
          <p:cNvSpPr>
            <a:spLocks noGrp="1"/>
          </p:cNvSpPr>
          <p:nvPr>
            <p:ph type="dt" sz="half" idx="10"/>
          </p:nvPr>
        </p:nvSpPr>
        <p:spPr/>
        <p:txBody>
          <a:bodyPr/>
          <a:lstStyle/>
          <a:p>
            <a:fld id="{B50B6B27-D047-4142-80A7-AE5638230EDF}" type="datetimeFigureOut">
              <a:rPr lang="LID4096" smtClean="0"/>
              <a:t>03/29/2026</a:t>
            </a:fld>
            <a:endParaRPr lang="LID4096"/>
          </a:p>
        </p:txBody>
      </p:sp>
      <p:sp>
        <p:nvSpPr>
          <p:cNvPr id="4" name="Footer Placeholder 3">
            <a:extLst>
              <a:ext uri="{FF2B5EF4-FFF2-40B4-BE49-F238E27FC236}">
                <a16:creationId xmlns:a16="http://schemas.microsoft.com/office/drawing/2014/main" id="{26DE5C9C-3891-114B-4BC7-1D0060AE797E}"/>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DD36063A-FB88-9D6A-8684-18F5B12AE032}"/>
              </a:ext>
            </a:extLst>
          </p:cNvPr>
          <p:cNvSpPr>
            <a:spLocks noGrp="1"/>
          </p:cNvSpPr>
          <p:nvPr>
            <p:ph type="sldNum" sz="quarter" idx="12"/>
          </p:nvPr>
        </p:nvSpPr>
        <p:spPr/>
        <p:txBody>
          <a:bodyPr/>
          <a:lstStyle/>
          <a:p>
            <a:fld id="{B244B6E3-906F-483E-B2BB-E8901CD2E23D}" type="slidenum">
              <a:rPr lang="LID4096" smtClean="0"/>
              <a:t>‹#›</a:t>
            </a:fld>
            <a:endParaRPr lang="LID4096"/>
          </a:p>
        </p:txBody>
      </p:sp>
    </p:spTree>
    <p:extLst>
      <p:ext uri="{BB962C8B-B14F-4D97-AF65-F5344CB8AC3E}">
        <p14:creationId xmlns:p14="http://schemas.microsoft.com/office/powerpoint/2010/main" val="517888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FD7E24-9844-509E-0F0C-0ADC9F68ECAB}"/>
              </a:ext>
            </a:extLst>
          </p:cNvPr>
          <p:cNvSpPr>
            <a:spLocks noGrp="1"/>
          </p:cNvSpPr>
          <p:nvPr>
            <p:ph type="dt" sz="half" idx="10"/>
          </p:nvPr>
        </p:nvSpPr>
        <p:spPr/>
        <p:txBody>
          <a:bodyPr/>
          <a:lstStyle/>
          <a:p>
            <a:fld id="{B50B6B27-D047-4142-80A7-AE5638230EDF}" type="datetimeFigureOut">
              <a:rPr lang="LID4096" smtClean="0"/>
              <a:t>03/29/2026</a:t>
            </a:fld>
            <a:endParaRPr lang="LID4096"/>
          </a:p>
        </p:txBody>
      </p:sp>
      <p:sp>
        <p:nvSpPr>
          <p:cNvPr id="3" name="Footer Placeholder 2">
            <a:extLst>
              <a:ext uri="{FF2B5EF4-FFF2-40B4-BE49-F238E27FC236}">
                <a16:creationId xmlns:a16="http://schemas.microsoft.com/office/drawing/2014/main" id="{3FEDB33E-5726-6E5C-E2BE-6D4511EA4955}"/>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009558EC-D2C5-EB54-3BC0-8AB65FFF0B6F}"/>
              </a:ext>
            </a:extLst>
          </p:cNvPr>
          <p:cNvSpPr>
            <a:spLocks noGrp="1"/>
          </p:cNvSpPr>
          <p:nvPr>
            <p:ph type="sldNum" sz="quarter" idx="12"/>
          </p:nvPr>
        </p:nvSpPr>
        <p:spPr/>
        <p:txBody>
          <a:bodyPr/>
          <a:lstStyle/>
          <a:p>
            <a:fld id="{B244B6E3-906F-483E-B2BB-E8901CD2E23D}" type="slidenum">
              <a:rPr lang="LID4096" smtClean="0"/>
              <a:t>‹#›</a:t>
            </a:fld>
            <a:endParaRPr lang="LID4096"/>
          </a:p>
        </p:txBody>
      </p:sp>
    </p:spTree>
    <p:extLst>
      <p:ext uri="{BB962C8B-B14F-4D97-AF65-F5344CB8AC3E}">
        <p14:creationId xmlns:p14="http://schemas.microsoft.com/office/powerpoint/2010/main" val="1050761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F4BE9-7577-7655-BCD9-A874B8C5E4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5BF255B9-7032-AC16-4EA7-CD4BF011EE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7A093F69-9A7C-CB95-7797-C46C30BCA6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A84D0B-00B0-275B-82CB-51E394C2E8BA}"/>
              </a:ext>
            </a:extLst>
          </p:cNvPr>
          <p:cNvSpPr>
            <a:spLocks noGrp="1"/>
          </p:cNvSpPr>
          <p:nvPr>
            <p:ph type="dt" sz="half" idx="10"/>
          </p:nvPr>
        </p:nvSpPr>
        <p:spPr/>
        <p:txBody>
          <a:bodyPr/>
          <a:lstStyle/>
          <a:p>
            <a:fld id="{B50B6B27-D047-4142-80A7-AE5638230EDF}" type="datetimeFigureOut">
              <a:rPr lang="LID4096" smtClean="0"/>
              <a:t>03/29/2026</a:t>
            </a:fld>
            <a:endParaRPr lang="LID4096"/>
          </a:p>
        </p:txBody>
      </p:sp>
      <p:sp>
        <p:nvSpPr>
          <p:cNvPr id="6" name="Footer Placeholder 5">
            <a:extLst>
              <a:ext uri="{FF2B5EF4-FFF2-40B4-BE49-F238E27FC236}">
                <a16:creationId xmlns:a16="http://schemas.microsoft.com/office/drawing/2014/main" id="{056B9DBD-62DC-FBF2-90DF-0425CB6D2DDA}"/>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7EAD2332-79D4-AB40-22F9-98D1EF93E93B}"/>
              </a:ext>
            </a:extLst>
          </p:cNvPr>
          <p:cNvSpPr>
            <a:spLocks noGrp="1"/>
          </p:cNvSpPr>
          <p:nvPr>
            <p:ph type="sldNum" sz="quarter" idx="12"/>
          </p:nvPr>
        </p:nvSpPr>
        <p:spPr/>
        <p:txBody>
          <a:bodyPr/>
          <a:lstStyle/>
          <a:p>
            <a:fld id="{B244B6E3-906F-483E-B2BB-E8901CD2E23D}" type="slidenum">
              <a:rPr lang="LID4096" smtClean="0"/>
              <a:t>‹#›</a:t>
            </a:fld>
            <a:endParaRPr lang="LID4096"/>
          </a:p>
        </p:txBody>
      </p:sp>
    </p:spTree>
    <p:extLst>
      <p:ext uri="{BB962C8B-B14F-4D97-AF65-F5344CB8AC3E}">
        <p14:creationId xmlns:p14="http://schemas.microsoft.com/office/powerpoint/2010/main" val="2973276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918FF-1837-1007-E003-A2F4ECB9B7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A7326CC3-4D63-25E7-CD41-BF9794F73B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CD42191F-A0AC-B1E0-0DEB-23BA4CDC64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99695F-FACE-3C01-1AD2-12E2316ED593}"/>
              </a:ext>
            </a:extLst>
          </p:cNvPr>
          <p:cNvSpPr>
            <a:spLocks noGrp="1"/>
          </p:cNvSpPr>
          <p:nvPr>
            <p:ph type="dt" sz="half" idx="10"/>
          </p:nvPr>
        </p:nvSpPr>
        <p:spPr/>
        <p:txBody>
          <a:bodyPr/>
          <a:lstStyle/>
          <a:p>
            <a:fld id="{B50B6B27-D047-4142-80A7-AE5638230EDF}" type="datetimeFigureOut">
              <a:rPr lang="LID4096" smtClean="0"/>
              <a:t>03/29/2026</a:t>
            </a:fld>
            <a:endParaRPr lang="LID4096"/>
          </a:p>
        </p:txBody>
      </p:sp>
      <p:sp>
        <p:nvSpPr>
          <p:cNvPr id="6" name="Footer Placeholder 5">
            <a:extLst>
              <a:ext uri="{FF2B5EF4-FFF2-40B4-BE49-F238E27FC236}">
                <a16:creationId xmlns:a16="http://schemas.microsoft.com/office/drawing/2014/main" id="{A214CAF1-FF58-7F09-DE5A-024229574A0F}"/>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8C9130BD-50E7-EF73-97F5-2E76BD110841}"/>
              </a:ext>
            </a:extLst>
          </p:cNvPr>
          <p:cNvSpPr>
            <a:spLocks noGrp="1"/>
          </p:cNvSpPr>
          <p:nvPr>
            <p:ph type="sldNum" sz="quarter" idx="12"/>
          </p:nvPr>
        </p:nvSpPr>
        <p:spPr/>
        <p:txBody>
          <a:bodyPr/>
          <a:lstStyle/>
          <a:p>
            <a:fld id="{B244B6E3-906F-483E-B2BB-E8901CD2E23D}" type="slidenum">
              <a:rPr lang="LID4096" smtClean="0"/>
              <a:t>‹#›</a:t>
            </a:fld>
            <a:endParaRPr lang="LID4096"/>
          </a:p>
        </p:txBody>
      </p:sp>
    </p:spTree>
    <p:extLst>
      <p:ext uri="{BB962C8B-B14F-4D97-AF65-F5344CB8AC3E}">
        <p14:creationId xmlns:p14="http://schemas.microsoft.com/office/powerpoint/2010/main" val="11710625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A6237-0E3C-7D78-0821-A3B856962742}"/>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29EF1CEB-9286-069E-F0D0-A6DFCCAE14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28DDE450-D9FC-EAAF-BEFD-A2972B4A7F7D}"/>
              </a:ext>
            </a:extLst>
          </p:cNvPr>
          <p:cNvSpPr>
            <a:spLocks noGrp="1"/>
          </p:cNvSpPr>
          <p:nvPr>
            <p:ph type="dt" sz="half" idx="10"/>
          </p:nvPr>
        </p:nvSpPr>
        <p:spPr/>
        <p:txBody>
          <a:bodyPr/>
          <a:lstStyle/>
          <a:p>
            <a:fld id="{B50B6B27-D047-4142-80A7-AE5638230EDF}" type="datetimeFigureOut">
              <a:rPr lang="LID4096" smtClean="0"/>
              <a:t>03/29/2026</a:t>
            </a:fld>
            <a:endParaRPr lang="LID4096"/>
          </a:p>
        </p:txBody>
      </p:sp>
      <p:sp>
        <p:nvSpPr>
          <p:cNvPr id="5" name="Footer Placeholder 4">
            <a:extLst>
              <a:ext uri="{FF2B5EF4-FFF2-40B4-BE49-F238E27FC236}">
                <a16:creationId xmlns:a16="http://schemas.microsoft.com/office/drawing/2014/main" id="{72053D7B-3ABE-E2FF-32BD-40F6530F1920}"/>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335BAAF1-8C0E-CC76-BDAD-CD26E5EF96A8}"/>
              </a:ext>
            </a:extLst>
          </p:cNvPr>
          <p:cNvSpPr>
            <a:spLocks noGrp="1"/>
          </p:cNvSpPr>
          <p:nvPr>
            <p:ph type="sldNum" sz="quarter" idx="12"/>
          </p:nvPr>
        </p:nvSpPr>
        <p:spPr/>
        <p:txBody>
          <a:bodyPr/>
          <a:lstStyle/>
          <a:p>
            <a:fld id="{B244B6E3-906F-483E-B2BB-E8901CD2E23D}" type="slidenum">
              <a:rPr lang="LID4096" smtClean="0"/>
              <a:t>‹#›</a:t>
            </a:fld>
            <a:endParaRPr lang="LID4096"/>
          </a:p>
        </p:txBody>
      </p:sp>
    </p:spTree>
    <p:extLst>
      <p:ext uri="{BB962C8B-B14F-4D97-AF65-F5344CB8AC3E}">
        <p14:creationId xmlns:p14="http://schemas.microsoft.com/office/powerpoint/2010/main" val="544882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E1192C-6828-FA76-910D-2B1D881F29F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3B88E963-D7C7-2E89-BED3-68A78642DE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F327B2E0-0340-AAE8-2439-6828825C04C6}"/>
              </a:ext>
            </a:extLst>
          </p:cNvPr>
          <p:cNvSpPr>
            <a:spLocks noGrp="1"/>
          </p:cNvSpPr>
          <p:nvPr>
            <p:ph type="dt" sz="half" idx="10"/>
          </p:nvPr>
        </p:nvSpPr>
        <p:spPr/>
        <p:txBody>
          <a:bodyPr/>
          <a:lstStyle/>
          <a:p>
            <a:fld id="{B50B6B27-D047-4142-80A7-AE5638230EDF}" type="datetimeFigureOut">
              <a:rPr lang="LID4096" smtClean="0"/>
              <a:t>03/29/2026</a:t>
            </a:fld>
            <a:endParaRPr lang="LID4096"/>
          </a:p>
        </p:txBody>
      </p:sp>
      <p:sp>
        <p:nvSpPr>
          <p:cNvPr id="5" name="Footer Placeholder 4">
            <a:extLst>
              <a:ext uri="{FF2B5EF4-FFF2-40B4-BE49-F238E27FC236}">
                <a16:creationId xmlns:a16="http://schemas.microsoft.com/office/drawing/2014/main" id="{AE3413BD-4C86-78DA-2B32-EB4A8C1B9439}"/>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AD27B943-F58F-D7BB-D675-C83D74F065A8}"/>
              </a:ext>
            </a:extLst>
          </p:cNvPr>
          <p:cNvSpPr>
            <a:spLocks noGrp="1"/>
          </p:cNvSpPr>
          <p:nvPr>
            <p:ph type="sldNum" sz="quarter" idx="12"/>
          </p:nvPr>
        </p:nvSpPr>
        <p:spPr/>
        <p:txBody>
          <a:bodyPr/>
          <a:lstStyle/>
          <a:p>
            <a:fld id="{B244B6E3-906F-483E-B2BB-E8901CD2E23D}" type="slidenum">
              <a:rPr lang="LID4096" smtClean="0"/>
              <a:t>‹#›</a:t>
            </a:fld>
            <a:endParaRPr lang="LID4096"/>
          </a:p>
        </p:txBody>
      </p:sp>
    </p:spTree>
    <p:extLst>
      <p:ext uri="{BB962C8B-B14F-4D97-AF65-F5344CB8AC3E}">
        <p14:creationId xmlns:p14="http://schemas.microsoft.com/office/powerpoint/2010/main" val="3076169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5EA252-8751-6543-8559-F5BD904FBE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25D1DC55-98B7-2BD1-4966-1679AB81AC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75A2F891-ADA2-3E95-D746-318866C9FE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50B6B27-D047-4142-80A7-AE5638230EDF}" type="datetimeFigureOut">
              <a:rPr lang="LID4096" smtClean="0"/>
              <a:t>03/29/2026</a:t>
            </a:fld>
            <a:endParaRPr lang="LID4096"/>
          </a:p>
        </p:txBody>
      </p:sp>
      <p:sp>
        <p:nvSpPr>
          <p:cNvPr id="5" name="Footer Placeholder 4">
            <a:extLst>
              <a:ext uri="{FF2B5EF4-FFF2-40B4-BE49-F238E27FC236}">
                <a16:creationId xmlns:a16="http://schemas.microsoft.com/office/drawing/2014/main" id="{6ACCA163-F2F5-2441-74DA-4629887EAD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LID4096"/>
          </a:p>
        </p:txBody>
      </p:sp>
      <p:sp>
        <p:nvSpPr>
          <p:cNvPr id="6" name="Slide Number Placeholder 5">
            <a:extLst>
              <a:ext uri="{FF2B5EF4-FFF2-40B4-BE49-F238E27FC236}">
                <a16:creationId xmlns:a16="http://schemas.microsoft.com/office/drawing/2014/main" id="{007D16F5-DDAB-6C90-3E4E-8528DD61B6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244B6E3-906F-483E-B2BB-E8901CD2E23D}" type="slidenum">
              <a:rPr lang="LID4096" smtClean="0"/>
              <a:t>‹#›</a:t>
            </a:fld>
            <a:endParaRPr lang="LID4096"/>
          </a:p>
        </p:txBody>
      </p:sp>
    </p:spTree>
    <p:extLst>
      <p:ext uri="{BB962C8B-B14F-4D97-AF65-F5344CB8AC3E}">
        <p14:creationId xmlns:p14="http://schemas.microsoft.com/office/powerpoint/2010/main" val="12545870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tinkercad.com/things/1cXPH8iz52n-swimming-monitoring-detector/editel?sharecode=EAfhrvFc9LAcJuevsPrvHvxx3g6Wux5bGuvm6PhByKo"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D000A-6CF2-6148-B8CA-D04BFF3088F6}"/>
              </a:ext>
            </a:extLst>
          </p:cNvPr>
          <p:cNvSpPr>
            <a:spLocks noGrp="1"/>
          </p:cNvSpPr>
          <p:nvPr>
            <p:ph type="title"/>
          </p:nvPr>
        </p:nvSpPr>
        <p:spPr/>
        <p:txBody>
          <a:bodyPr/>
          <a:lstStyle/>
          <a:p>
            <a:r>
              <a:rPr lang="en-US" dirty="0"/>
              <a:t>GROUP 5</a:t>
            </a:r>
            <a:endParaRPr lang="LID4096" dirty="0"/>
          </a:p>
        </p:txBody>
      </p:sp>
      <p:graphicFrame>
        <p:nvGraphicFramePr>
          <p:cNvPr id="6" name="Content Placeholder 3">
            <a:extLst>
              <a:ext uri="{FF2B5EF4-FFF2-40B4-BE49-F238E27FC236}">
                <a16:creationId xmlns:a16="http://schemas.microsoft.com/office/drawing/2014/main" id="{EAC7E577-3F00-DCAE-9638-73773ABD42E2}"/>
              </a:ext>
            </a:extLst>
          </p:cNvPr>
          <p:cNvGraphicFramePr>
            <a:graphicFrameLocks noGrp="1"/>
          </p:cNvGraphicFramePr>
          <p:nvPr>
            <p:ph idx="1"/>
            <p:extLst>
              <p:ext uri="{D42A27DB-BD31-4B8C-83A1-F6EECF244321}">
                <p14:modId xmlns:p14="http://schemas.microsoft.com/office/powerpoint/2010/main" val="252730470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52875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C43A72-89EF-50BA-AA7D-B9F63738546C}"/>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54EFE67-6AE8-01D4-7624-EB0083D828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E425C66-BF4C-D78F-3D79-A56F2677B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1CC4A86-1B12-FB6A-6271-D4BCA12B8F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89C315-F457-B48A-3632-60E795B164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01BA0A8-4BF9-02E7-1BCC-9281D9EFC9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D24A3661-9E54-3BFE-9D7B-E9EA236500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00BA21F-478F-DB85-02C9-ABF47546F032}"/>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b="1" kern="1200" dirty="0">
                <a:solidFill>
                  <a:srgbClr val="FFFFFF"/>
                </a:solidFill>
                <a:latin typeface="+mj-lt"/>
                <a:ea typeface="+mj-ea"/>
                <a:cs typeface="+mj-cs"/>
              </a:rPr>
              <a:t>SWIMMING POOL WATER MONITORING SYSTEM</a:t>
            </a:r>
          </a:p>
        </p:txBody>
      </p:sp>
    </p:spTree>
    <p:extLst>
      <p:ext uri="{BB962C8B-B14F-4D97-AF65-F5344CB8AC3E}">
        <p14:creationId xmlns:p14="http://schemas.microsoft.com/office/powerpoint/2010/main" val="3199616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F4281CB-E632-26D4-E223-26A0AFDD59AE}"/>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TABLE OF CONTENT</a:t>
            </a:r>
            <a:endParaRPr lang="LID4096" sz="4000">
              <a:solidFill>
                <a:srgbClr val="FFFFFF"/>
              </a:solidFill>
            </a:endParaRPr>
          </a:p>
        </p:txBody>
      </p:sp>
      <p:sp>
        <p:nvSpPr>
          <p:cNvPr id="4" name="Content Placeholder 3">
            <a:extLst>
              <a:ext uri="{FF2B5EF4-FFF2-40B4-BE49-F238E27FC236}">
                <a16:creationId xmlns:a16="http://schemas.microsoft.com/office/drawing/2014/main" id="{BE49869A-4258-B332-B75B-F46F9C7CDD88}"/>
              </a:ext>
            </a:extLst>
          </p:cNvPr>
          <p:cNvSpPr>
            <a:spLocks noGrp="1"/>
          </p:cNvSpPr>
          <p:nvPr>
            <p:ph idx="1"/>
          </p:nvPr>
        </p:nvSpPr>
        <p:spPr>
          <a:xfrm>
            <a:off x="774192" y="2237105"/>
            <a:ext cx="10515600" cy="4351338"/>
          </a:xfrm>
        </p:spPr>
        <p:txBody>
          <a:bodyPr/>
          <a:lstStyle/>
          <a:p>
            <a:r>
              <a:rPr lang="en-US" dirty="0"/>
              <a:t>PROBLEM STATEMENT</a:t>
            </a:r>
          </a:p>
          <a:p>
            <a:r>
              <a:rPr lang="en-US" dirty="0"/>
              <a:t>METHOLOGY</a:t>
            </a:r>
          </a:p>
          <a:p>
            <a:r>
              <a:rPr lang="en-US" dirty="0"/>
              <a:t>SENSORS</a:t>
            </a:r>
          </a:p>
          <a:p>
            <a:r>
              <a:rPr lang="en-US" dirty="0"/>
              <a:t>SIGNAL PROCESSING</a:t>
            </a:r>
          </a:p>
          <a:p>
            <a:r>
              <a:rPr lang="en-US" dirty="0"/>
              <a:t>CHALLENGES FACED</a:t>
            </a:r>
          </a:p>
          <a:p>
            <a:r>
              <a:rPr lang="en-US" dirty="0"/>
              <a:t>CONCLUSIONS</a:t>
            </a:r>
          </a:p>
        </p:txBody>
      </p:sp>
    </p:spTree>
    <p:extLst>
      <p:ext uri="{BB962C8B-B14F-4D97-AF65-F5344CB8AC3E}">
        <p14:creationId xmlns:p14="http://schemas.microsoft.com/office/powerpoint/2010/main" val="107718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BC68A55F-7B32-44D8-AEE5-1AF4053265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590D2F-070E-2CE6-056D-98F220A5D7A4}"/>
              </a:ext>
            </a:extLst>
          </p:cNvPr>
          <p:cNvSpPr>
            <a:spLocks noGrp="1"/>
          </p:cNvSpPr>
          <p:nvPr>
            <p:ph type="title"/>
          </p:nvPr>
        </p:nvSpPr>
        <p:spPr>
          <a:xfrm>
            <a:off x="655320" y="429030"/>
            <a:ext cx="2834640" cy="5457589"/>
          </a:xfrm>
        </p:spPr>
        <p:txBody>
          <a:bodyPr anchor="ctr">
            <a:normAutofit/>
          </a:bodyPr>
          <a:lstStyle/>
          <a:p>
            <a:r>
              <a:rPr lang="en-US" sz="4000"/>
              <a:t>Problem Statement</a:t>
            </a:r>
            <a:endParaRPr lang="LID4096" sz="4000"/>
          </a:p>
        </p:txBody>
      </p:sp>
      <p:sp>
        <p:nvSpPr>
          <p:cNvPr id="51" name="Rectangle 50">
            <a:extLst>
              <a:ext uri="{FF2B5EF4-FFF2-40B4-BE49-F238E27FC236}">
                <a16:creationId xmlns:a16="http://schemas.microsoft.com/office/drawing/2014/main" id="{CD1AAA2C-FBBE-42AA-B869-31D524B765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5320" y="6112341"/>
            <a:ext cx="10835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2" name="Rectangle 51">
            <a:extLst>
              <a:ext uri="{FF2B5EF4-FFF2-40B4-BE49-F238E27FC236}">
                <a16:creationId xmlns:a16="http://schemas.microsoft.com/office/drawing/2014/main" id="{5F937BBF-9326-4230-AB1B-F1795E350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045208" y="4686084"/>
            <a:ext cx="54864" cy="2834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Content Placeholder 4">
            <a:extLst>
              <a:ext uri="{FF2B5EF4-FFF2-40B4-BE49-F238E27FC236}">
                <a16:creationId xmlns:a16="http://schemas.microsoft.com/office/drawing/2014/main" id="{A173D5C6-1770-4AE5-8223-A53B810A0001}"/>
              </a:ext>
            </a:extLst>
          </p:cNvPr>
          <p:cNvGraphicFramePr>
            <a:graphicFrameLocks noGrp="1"/>
          </p:cNvGraphicFramePr>
          <p:nvPr>
            <p:ph idx="1"/>
            <p:extLst>
              <p:ext uri="{D42A27DB-BD31-4B8C-83A1-F6EECF244321}">
                <p14:modId xmlns:p14="http://schemas.microsoft.com/office/powerpoint/2010/main" val="1592035297"/>
              </p:ext>
              <p:ext uri="{E7BDC344-281C-4309-B0C6-D0EE65EED2A8}">
                <p202:designPr xmlns:p202="http://schemas.microsoft.com/office/powerpoint/2020/02/main">
                  <p202:designTagLst>
                    <p202:designTag name="ARCH:1:CLS" val="SmartArt"/>
                    <p202:designTag name="ARCH:1:VSVAR" val="Timeline"/>
                  </p202:designTagLst>
                </p202:designPr>
              </p:ext>
            </p:extLst>
          </p:nvPr>
        </p:nvGraphicFramePr>
        <p:xfrm>
          <a:off x="4041648" y="429030"/>
          <a:ext cx="7452360" cy="54597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16704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6" name="Rectangle 15">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9C24AC-73D5-5828-60F6-A871D1A73CCD}"/>
              </a:ext>
            </a:extLst>
          </p:cNvPr>
          <p:cNvSpPr>
            <a:spLocks noGrp="1"/>
          </p:cNvSpPr>
          <p:nvPr>
            <p:ph type="title"/>
          </p:nvPr>
        </p:nvSpPr>
        <p:spPr>
          <a:xfrm>
            <a:off x="761803" y="350196"/>
            <a:ext cx="4646904" cy="1624520"/>
          </a:xfrm>
        </p:spPr>
        <p:txBody>
          <a:bodyPr anchor="ctr">
            <a:normAutofit/>
          </a:bodyPr>
          <a:lstStyle/>
          <a:p>
            <a:r>
              <a:rPr lang="en-US" sz="4000"/>
              <a:t>Objective</a:t>
            </a:r>
            <a:endParaRPr lang="LID4096" sz="4000"/>
          </a:p>
        </p:txBody>
      </p:sp>
      <p:sp>
        <p:nvSpPr>
          <p:cNvPr id="3" name="Content Placeholder 2">
            <a:extLst>
              <a:ext uri="{FF2B5EF4-FFF2-40B4-BE49-F238E27FC236}">
                <a16:creationId xmlns:a16="http://schemas.microsoft.com/office/drawing/2014/main" id="{3F628877-EECC-0849-20E3-32BDFA8F6009}"/>
              </a:ext>
            </a:extLst>
          </p:cNvPr>
          <p:cNvSpPr>
            <a:spLocks noGrp="1"/>
          </p:cNvSpPr>
          <p:nvPr>
            <p:ph idx="1"/>
            <p:extLst>
              <p:ext uri="{E7BDC344-281C-4309-B0C6-D0EE65EED2A8}">
                <p202:designPr xmlns:p202="http://schemas.microsoft.com/office/powerpoint/2020/02/main">
                  <p202:designTagLst>
                    <p202:designTag name="ARCH:1:CLS" val="BulletedText"/>
                  </p202:designTagLst>
                </p202:designPr>
              </p:ext>
            </p:extLst>
          </p:nvPr>
        </p:nvSpPr>
        <p:spPr>
          <a:xfrm>
            <a:off x="761802" y="2743200"/>
            <a:ext cx="4646905" cy="3613149"/>
          </a:xfrm>
        </p:spPr>
        <p:txBody>
          <a:bodyPr anchor="ctr">
            <a:normAutofit/>
          </a:bodyPr>
          <a:lstStyle/>
          <a:p>
            <a:r>
              <a:rPr lang="en-US" sz="2000">
                <a:latin typeface="DM Sans"/>
                <a:ea typeface="+mn-lt"/>
                <a:cs typeface="+mn-lt"/>
              </a:rPr>
              <a:t>Develop a system that monitors pool water quality and alerts users when conditions are unsafe</a:t>
            </a:r>
            <a:endParaRPr lang="LID4096" sz="2000"/>
          </a:p>
        </p:txBody>
      </p:sp>
      <p:pic>
        <p:nvPicPr>
          <p:cNvPr id="10" name="Picture 9" descr="A hand on the water creating ripples">
            <a:extLst>
              <a:ext uri="{FF2B5EF4-FFF2-40B4-BE49-F238E27FC236}">
                <a16:creationId xmlns:a16="http://schemas.microsoft.com/office/drawing/2014/main" id="{DB8DA53D-0D36-25F3-984F-991B4A4DE1B6}"/>
              </a:ext>
            </a:extLst>
          </p:cNvPr>
          <p:cNvPicPr>
            <a:picLocks noChangeAspect="1"/>
          </p:cNvPicPr>
          <p:nvPr/>
        </p:nvPicPr>
        <p:blipFill>
          <a:blip r:embed="rId2"/>
          <a:srcRect l="40601" r="-2" b="-2"/>
          <a:stretch>
            <a:fillRect/>
          </a:stretch>
        </p:blipFill>
        <p:spPr>
          <a:xfrm>
            <a:off x="6096000" y="1"/>
            <a:ext cx="6102825" cy="6858000"/>
          </a:xfrm>
          <a:prstGeom prst="rect">
            <a:avLst/>
          </a:prstGeom>
        </p:spPr>
      </p:pic>
    </p:spTree>
    <p:extLst>
      <p:ext uri="{BB962C8B-B14F-4D97-AF65-F5344CB8AC3E}">
        <p14:creationId xmlns:p14="http://schemas.microsoft.com/office/powerpoint/2010/main" val="721249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27260378-B02C-C9FB-A16D-38B0739C6536}"/>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b="1" kern="1200">
                <a:solidFill>
                  <a:srgbClr val="FFFFFF"/>
                </a:solidFill>
                <a:latin typeface="+mj-lt"/>
                <a:ea typeface="+mj-ea"/>
                <a:cs typeface="+mj-cs"/>
              </a:rPr>
              <a:t>METHOLODOLOGY </a:t>
            </a:r>
          </a:p>
        </p:txBody>
      </p:sp>
    </p:spTree>
    <p:extLst>
      <p:ext uri="{BB962C8B-B14F-4D97-AF65-F5344CB8AC3E}">
        <p14:creationId xmlns:p14="http://schemas.microsoft.com/office/powerpoint/2010/main" val="2487865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34F909A-EB35-137B-8F4F-819AE1CE4CA9}"/>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METHODOLOGY</a:t>
            </a:r>
            <a:endParaRPr lang="LID4096" sz="4000">
              <a:solidFill>
                <a:srgbClr val="FFFFFF"/>
              </a:solidFill>
            </a:endParaRPr>
          </a:p>
        </p:txBody>
      </p:sp>
      <p:sp>
        <p:nvSpPr>
          <p:cNvPr id="3" name="Content Placeholder 2">
            <a:extLst>
              <a:ext uri="{FF2B5EF4-FFF2-40B4-BE49-F238E27FC236}">
                <a16:creationId xmlns:a16="http://schemas.microsoft.com/office/drawing/2014/main" id="{903B0AA6-7FA9-11E9-56E6-1774A00513B4}"/>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503158" y="649480"/>
            <a:ext cx="4862447" cy="5546047"/>
          </a:xfrm>
        </p:spPr>
        <p:txBody>
          <a:bodyPr>
            <a:normAutofit/>
          </a:bodyPr>
          <a:lstStyle/>
          <a:p>
            <a:pPr marL="0" indent="0">
              <a:spcBef>
                <a:spcPts val="2500"/>
              </a:spcBef>
              <a:buFont typeface="Arial" panose="020B0604020202020204" pitchFamily="34" charset="0"/>
              <a:buNone/>
            </a:pPr>
            <a:r>
              <a:rPr lang="en-US" sz="1400" b="1" dirty="0"/>
              <a:t>Sensor setup</a:t>
            </a:r>
            <a:endParaRPr sz="1400" b="1" dirty="0"/>
          </a:p>
          <a:p>
            <a:pPr marL="0" lvl="1" indent="0">
              <a:buFont typeface="Arial" panose="020B0604020202020204" pitchFamily="34" charset="0"/>
              <a:buNone/>
            </a:pPr>
            <a:r>
              <a:rPr lang="en-US" sz="1400" dirty="0"/>
              <a:t>Used a photoresistor as a sensor to detect light intensity as a turbidity sensor, two potentiometers to simulate a temperature sensor and pH sensor to measure acidity and alkalinity </a:t>
            </a:r>
            <a:endParaRPr sz="1400" dirty="0"/>
          </a:p>
          <a:p>
            <a:pPr marL="0" indent="0">
              <a:spcBef>
                <a:spcPts val="2500"/>
              </a:spcBef>
              <a:buFont typeface="Arial" panose="020B0604020202020204" pitchFamily="34" charset="0"/>
              <a:buNone/>
            </a:pPr>
            <a:r>
              <a:rPr lang="en-US" sz="1400" b="1" dirty="0"/>
              <a:t>Data Acquisition</a:t>
            </a:r>
            <a:endParaRPr sz="1400" b="1" dirty="0"/>
          </a:p>
          <a:p>
            <a:pPr marL="0" lvl="1" indent="0">
              <a:buFont typeface="Arial" panose="020B0604020202020204" pitchFamily="34" charset="0"/>
              <a:buNone/>
            </a:pPr>
            <a:r>
              <a:rPr lang="en-US" sz="1400" dirty="0"/>
              <a:t>Continuous raw readings from all sensors were collected through the microcontroller, ensuring real time monitoring of environmental parameters</a:t>
            </a:r>
            <a:endParaRPr sz="1400" dirty="0"/>
          </a:p>
          <a:p>
            <a:pPr marL="0" indent="0">
              <a:spcBef>
                <a:spcPts val="2500"/>
              </a:spcBef>
              <a:buFont typeface="Arial" panose="020B0604020202020204" pitchFamily="34" charset="0"/>
              <a:buNone/>
            </a:pPr>
            <a:r>
              <a:rPr lang="en-US" sz="1400" b="1" dirty="0"/>
              <a:t>Real Time Display</a:t>
            </a:r>
            <a:endParaRPr sz="1400" b="1" dirty="0"/>
          </a:p>
          <a:p>
            <a:pPr marL="0" lvl="1" indent="0">
              <a:buFont typeface="Arial" panose="020B0604020202020204" pitchFamily="34" charset="0"/>
              <a:buNone/>
            </a:pPr>
            <a:r>
              <a:rPr lang="en-US" sz="1400" dirty="0"/>
              <a:t>Displayed real-time readings on an LCD screen</a:t>
            </a:r>
          </a:p>
          <a:p>
            <a:pPr marL="0" lvl="1" indent="0">
              <a:buFont typeface="Arial" panose="020B0604020202020204" pitchFamily="34" charset="0"/>
              <a:buNone/>
            </a:pPr>
            <a:endParaRPr lang="en-US" sz="1400" dirty="0"/>
          </a:p>
          <a:p>
            <a:pPr marL="0" lvl="1" indent="0">
              <a:buNone/>
            </a:pPr>
            <a:r>
              <a:rPr lang="en-US" sz="1400" b="1" dirty="0"/>
              <a:t>Safety Alerts</a:t>
            </a:r>
          </a:p>
          <a:p>
            <a:pPr marL="0" lvl="1" indent="0">
              <a:buNone/>
            </a:pPr>
            <a:r>
              <a:rPr lang="en-US" sz="1400" dirty="0"/>
              <a:t>Triggered a buzzer and LED indicators if values exceeded safe limits</a:t>
            </a:r>
          </a:p>
          <a:p>
            <a:pPr marL="0" lvl="1" indent="0">
              <a:buFont typeface="Arial" panose="020B0604020202020204" pitchFamily="34" charset="0"/>
              <a:buNone/>
            </a:pPr>
            <a:endParaRPr lang="LID4096" sz="1400" dirty="0"/>
          </a:p>
        </p:txBody>
      </p:sp>
    </p:spTree>
    <p:extLst>
      <p:ext uri="{BB962C8B-B14F-4D97-AF65-F5344CB8AC3E}">
        <p14:creationId xmlns:p14="http://schemas.microsoft.com/office/powerpoint/2010/main" val="1132611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B02EB0-6E8D-2B51-37C3-B3E48B8DAEA3}"/>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D67920C-DB32-C407-2E45-EBA69E8FBB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A1382A-13FC-57DD-8ABC-550D53F2F8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76A222F-AEC2-5244-5F36-8C464A3BA7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7CDC27E-6318-AAE1-A38C-7B74EB9063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5B3D5E6-2299-1342-0D77-3A00BCE45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FCCE97B-ADAB-F5AB-6194-16A76FF2C8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19801671-992E-8ADF-3BA2-9F2F1C668CA8}"/>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b="1" kern="1200" dirty="0">
                <a:solidFill>
                  <a:srgbClr val="FFFFFF"/>
                </a:solidFill>
                <a:latin typeface="+mj-lt"/>
                <a:ea typeface="+mj-ea"/>
                <a:cs typeface="+mj-cs"/>
              </a:rPr>
              <a:t>SENSORS </a:t>
            </a:r>
          </a:p>
        </p:txBody>
      </p:sp>
    </p:spTree>
    <p:extLst>
      <p:ext uri="{BB962C8B-B14F-4D97-AF65-F5344CB8AC3E}">
        <p14:creationId xmlns:p14="http://schemas.microsoft.com/office/powerpoint/2010/main" val="877622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Rectangle 24">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C4DC59-22F0-5BC6-B50F-8A7B4E21BDBB}"/>
              </a:ext>
            </a:extLst>
          </p:cNvPr>
          <p:cNvSpPr>
            <a:spLocks noGrp="1"/>
          </p:cNvSpPr>
          <p:nvPr>
            <p:ph type="title"/>
          </p:nvPr>
        </p:nvSpPr>
        <p:spPr>
          <a:xfrm>
            <a:off x="466722" y="586855"/>
            <a:ext cx="3201366" cy="3387497"/>
          </a:xfrm>
        </p:spPr>
        <p:txBody>
          <a:bodyPr anchor="b">
            <a:normAutofit/>
          </a:bodyPr>
          <a:lstStyle/>
          <a:p>
            <a:pPr algn="r"/>
            <a:r>
              <a:rPr lang="en" sz="3700" b="1" spc="-1">
                <a:solidFill>
                  <a:srgbClr val="FFFFFF"/>
                </a:solidFill>
                <a:latin typeface="Commissioner"/>
                <a:ea typeface="Commissioner"/>
              </a:rPr>
              <a:t>Potentiometer as pH Sensor</a:t>
            </a:r>
            <a:endParaRPr lang="LID4096" sz="3700">
              <a:solidFill>
                <a:srgbClr val="FFFFFF"/>
              </a:solidFill>
            </a:endParaRPr>
          </a:p>
        </p:txBody>
      </p:sp>
      <p:sp>
        <p:nvSpPr>
          <p:cNvPr id="3" name="Content Placeholder 2">
            <a:extLst>
              <a:ext uri="{FF2B5EF4-FFF2-40B4-BE49-F238E27FC236}">
                <a16:creationId xmlns:a16="http://schemas.microsoft.com/office/drawing/2014/main" id="{371B92B3-D257-7981-54E3-4E727E0B7EFC}"/>
              </a:ext>
            </a:extLst>
          </p:cNvPr>
          <p:cNvSpPr>
            <a:spLocks noGrp="1"/>
          </p:cNvSpPr>
          <p:nvPr>
            <p:ph idx="1"/>
            <p:extLst>
              <p:ext uri="{E7BDC344-281C-4309-B0C6-D0EE65EED2A8}">
                <p202:designPr xmlns:p202="http://schemas.microsoft.com/office/powerpoint/2020/02/main">
                  <p202:designTagLst>
                    <p202:designTag name="ARCH:1:CLS" val="BulletedText"/>
                  </p202:designTagLst>
                </p202:designPr>
              </p:ext>
            </p:extLst>
          </p:nvPr>
        </p:nvSpPr>
        <p:spPr>
          <a:xfrm>
            <a:off x="4810259" y="649480"/>
            <a:ext cx="6555347" cy="5546047"/>
          </a:xfrm>
        </p:spPr>
        <p:txBody>
          <a:bodyPr anchor="ctr">
            <a:normAutofit/>
          </a:bodyPr>
          <a:lstStyle/>
          <a:p>
            <a:pPr indent="0">
              <a:buNone/>
              <a:tabLst>
                <a:tab pos="0" algn="l"/>
              </a:tabLst>
            </a:pPr>
            <a:r>
              <a:rPr lang="en" sz="2000" b="0" strike="noStrike" spc="-1">
                <a:latin typeface="DM Sans"/>
                <a:ea typeface="DM Sans"/>
              </a:rPr>
              <a:t>The potentiometer serves as a pH sensor, where its resistance changes correspond to varying pH levels from 0 to 14. The calculation used is (14/1023) multiplied by the value read from the analog pin. This conversion allows for the determination of the pH level based on the voltage output from the potentiometer.</a:t>
            </a:r>
            <a:endParaRPr lang="en-US" sz="2000" b="0" strike="noStrike" spc="-1">
              <a:latin typeface="OpenSymbol"/>
            </a:endParaRPr>
          </a:p>
        </p:txBody>
      </p:sp>
    </p:spTree>
    <p:extLst>
      <p:ext uri="{BB962C8B-B14F-4D97-AF65-F5344CB8AC3E}">
        <p14:creationId xmlns:p14="http://schemas.microsoft.com/office/powerpoint/2010/main" val="3059728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C163347-8216-51B5-46F4-1D21E1C262ED}"/>
              </a:ext>
            </a:extLst>
          </p:cNvPr>
          <p:cNvSpPr>
            <a:spLocks noGrp="1"/>
          </p:cNvSpPr>
          <p:nvPr>
            <p:ph type="title"/>
          </p:nvPr>
        </p:nvSpPr>
        <p:spPr>
          <a:xfrm>
            <a:off x="826396" y="586855"/>
            <a:ext cx="4230100" cy="3387497"/>
          </a:xfrm>
        </p:spPr>
        <p:txBody>
          <a:bodyPr anchor="b">
            <a:normAutofit/>
          </a:bodyPr>
          <a:lstStyle/>
          <a:p>
            <a:pPr algn="r"/>
            <a:r>
              <a:rPr lang="en" sz="4000" b="1" spc="-1">
                <a:solidFill>
                  <a:srgbClr val="FFFFFF"/>
                </a:solidFill>
                <a:latin typeface="Commissioner"/>
                <a:ea typeface="Commissioner"/>
              </a:rPr>
              <a:t>Photo Resistor for Turbidity</a:t>
            </a:r>
            <a:endParaRPr lang="LID4096" sz="4000">
              <a:solidFill>
                <a:srgbClr val="FFFFFF"/>
              </a:solidFill>
            </a:endParaRPr>
          </a:p>
        </p:txBody>
      </p:sp>
      <p:sp>
        <p:nvSpPr>
          <p:cNvPr id="3" name="Content Placeholder 2">
            <a:extLst>
              <a:ext uri="{FF2B5EF4-FFF2-40B4-BE49-F238E27FC236}">
                <a16:creationId xmlns:a16="http://schemas.microsoft.com/office/drawing/2014/main" id="{EC3DF923-E1C4-C8F6-E76B-F8CE52B9F0D3}"/>
              </a:ext>
            </a:extLst>
          </p:cNvPr>
          <p:cNvSpPr>
            <a:spLocks noGrp="1"/>
          </p:cNvSpPr>
          <p:nvPr>
            <p:ph idx="1"/>
            <p:extLst>
              <p:ext uri="{E7BDC344-281C-4309-B0C6-D0EE65EED2A8}">
                <p202:designPr xmlns:p202="http://schemas.microsoft.com/office/powerpoint/2020/02/main">
                  <p202:designTagLst>
                    <p202:designTag name="ARCH:1:CLS" val="BulletedText"/>
                  </p202:designTagLst>
                </p202:designPr>
              </p:ext>
            </p:extLst>
          </p:nvPr>
        </p:nvSpPr>
        <p:spPr>
          <a:xfrm>
            <a:off x="6503158" y="649480"/>
            <a:ext cx="4862447" cy="5546047"/>
          </a:xfrm>
        </p:spPr>
        <p:txBody>
          <a:bodyPr anchor="ctr">
            <a:normAutofit/>
          </a:bodyPr>
          <a:lstStyle/>
          <a:p>
            <a:pPr>
              <a:buFont typeface="Arial" panose="020B0604020202020204" pitchFamily="34" charset="0"/>
              <a:buChar char="•"/>
            </a:pPr>
            <a:r>
              <a:rPr lang="en-US" sz="2000" dirty="0"/>
              <a:t>The Photoresistor operates as the turbidity sensor for this setup. It detects how much light is penetrating the water sample. When the water is clear, more light reaches the photoresistor causing its resistance to drop and produce a higher voltage output. When the water is not clear, suspended particles block the light thereby increasing the resistance of the photoresistor</a:t>
            </a:r>
            <a:endParaRPr lang="LID4096" sz="2000" dirty="0"/>
          </a:p>
        </p:txBody>
      </p:sp>
    </p:spTree>
    <p:extLst>
      <p:ext uri="{BB962C8B-B14F-4D97-AF65-F5344CB8AC3E}">
        <p14:creationId xmlns:p14="http://schemas.microsoft.com/office/powerpoint/2010/main" val="3376275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0770EDA-9FE2-BCDE-1307-58DE3BAC439B}"/>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Potentiometer as Temperature Sensor</a:t>
            </a:r>
            <a:endParaRPr lang="LID4096" sz="4000">
              <a:solidFill>
                <a:srgbClr val="FFFFFF"/>
              </a:solidFill>
            </a:endParaRPr>
          </a:p>
        </p:txBody>
      </p:sp>
      <p:sp>
        <p:nvSpPr>
          <p:cNvPr id="3" name="Content Placeholder 2">
            <a:extLst>
              <a:ext uri="{FF2B5EF4-FFF2-40B4-BE49-F238E27FC236}">
                <a16:creationId xmlns:a16="http://schemas.microsoft.com/office/drawing/2014/main" id="{A29FE06D-98DE-0F69-8E96-68F354C447D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503158" y="649480"/>
            <a:ext cx="4862447" cy="5546047"/>
          </a:xfrm>
        </p:spPr>
        <p:txBody>
          <a:bodyPr>
            <a:normAutofit/>
          </a:bodyPr>
          <a:lstStyle/>
          <a:p>
            <a:pPr marL="0" indent="0">
              <a:spcBef>
                <a:spcPts val="2500"/>
              </a:spcBef>
              <a:buFont typeface="Arial" panose="020B0604020202020204" pitchFamily="34" charset="0"/>
              <a:buNone/>
            </a:pPr>
            <a:r>
              <a:rPr lang="en-US" sz="1400" b="1" dirty="0"/>
              <a:t>The potentiometer was used as a substitute for the temperature sensor, since we had no temperature sensor. By increasing or reducing the resistance, the potentiometer simulates changes in temperature. </a:t>
            </a:r>
          </a:p>
          <a:p>
            <a:pPr marL="0" indent="0">
              <a:spcBef>
                <a:spcPts val="2500"/>
              </a:spcBef>
              <a:buFont typeface="Arial" panose="020B0604020202020204" pitchFamily="34" charset="0"/>
              <a:buNone/>
            </a:pPr>
            <a:r>
              <a:rPr lang="en-US" sz="1400" b="1" dirty="0"/>
              <a:t>Analog value read from the microcontroller varies from 0 to 1023, and this range is mapped to a chose temperature scale. This allows the system to interpret the potentiometer’s voltage as corresponding temperature values for testing and demonstration purposes</a:t>
            </a:r>
            <a:endParaRPr lang="LID4096" sz="1400" b="1" dirty="0"/>
          </a:p>
        </p:txBody>
      </p:sp>
    </p:spTree>
    <p:extLst>
      <p:ext uri="{BB962C8B-B14F-4D97-AF65-F5344CB8AC3E}">
        <p14:creationId xmlns:p14="http://schemas.microsoft.com/office/powerpoint/2010/main" val="589885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F20FFA-759D-D6D7-CB0E-1EDFC968C31B}"/>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LINK TO THE SIMULATION OF OUR PROJECT</a:t>
            </a:r>
            <a:endParaRPr lang="LID4096" sz="4000">
              <a:solidFill>
                <a:srgbClr val="FFFFFF"/>
              </a:solidFill>
            </a:endParaRPr>
          </a:p>
        </p:txBody>
      </p:sp>
      <p:sp>
        <p:nvSpPr>
          <p:cNvPr id="3" name="Content Placeholder 2">
            <a:extLst>
              <a:ext uri="{FF2B5EF4-FFF2-40B4-BE49-F238E27FC236}">
                <a16:creationId xmlns:a16="http://schemas.microsoft.com/office/drawing/2014/main" id="{61D2C5BA-3C9D-45B1-AB17-889D422AEE58}"/>
              </a:ext>
            </a:extLst>
          </p:cNvPr>
          <p:cNvSpPr>
            <a:spLocks noGrp="1"/>
          </p:cNvSpPr>
          <p:nvPr>
            <p:ph idx="1"/>
          </p:nvPr>
        </p:nvSpPr>
        <p:spPr>
          <a:xfrm>
            <a:off x="6503158" y="649480"/>
            <a:ext cx="4862447" cy="5546047"/>
          </a:xfrm>
        </p:spPr>
        <p:txBody>
          <a:bodyPr anchor="ctr">
            <a:normAutofit/>
          </a:bodyPr>
          <a:lstStyle/>
          <a:p>
            <a:r>
              <a:rPr lang="en-US" sz="2000" dirty="0">
                <a:hlinkClick r:id="rId2"/>
              </a:rPr>
              <a:t>https://www.tinkercad.com/things/1cXPH8iz52n-swimming-monitoring-detector/editel?sharecode=EAfhrvFc9LAcJuevsPrvHvxx3g6Wux5bGuvm6PhByKo</a:t>
            </a:r>
            <a:endParaRPr lang="LID4096" sz="2000" dirty="0"/>
          </a:p>
        </p:txBody>
      </p:sp>
    </p:spTree>
    <p:extLst>
      <p:ext uri="{BB962C8B-B14F-4D97-AF65-F5344CB8AC3E}">
        <p14:creationId xmlns:p14="http://schemas.microsoft.com/office/powerpoint/2010/main" val="1320320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23FBF9-B2D5-39E4-56DE-34F740067220}"/>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271CB3-27D1-EF7B-EFAF-0EC94C316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E9F0805-10B1-25F2-9D75-D4F928C05D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551D7D6-4611-ADD8-62C4-4FB827928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36CFA5C-FBDD-9500-D736-BFC3827504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9B0A90D-C93B-21DD-7B87-DE563DC32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71BE14F8-EA8C-976E-8A37-883A54D28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617B2EF-1420-6783-A378-2B968D4A9380}"/>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b="1" kern="1200" dirty="0">
                <a:solidFill>
                  <a:srgbClr val="FFFFFF"/>
                </a:solidFill>
                <a:latin typeface="+mj-lt"/>
                <a:ea typeface="+mj-ea"/>
                <a:cs typeface="+mj-cs"/>
              </a:rPr>
              <a:t>SIGNAL PROCESSING </a:t>
            </a:r>
          </a:p>
        </p:txBody>
      </p:sp>
    </p:spTree>
    <p:extLst>
      <p:ext uri="{BB962C8B-B14F-4D97-AF65-F5344CB8AC3E}">
        <p14:creationId xmlns:p14="http://schemas.microsoft.com/office/powerpoint/2010/main" val="1093211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422CAE-2AE9-644C-FBB8-BFF297CC9145}"/>
              </a:ext>
            </a:extLst>
          </p:cNvPr>
          <p:cNvSpPr>
            <a:spLocks noGrp="1"/>
          </p:cNvSpPr>
          <p:nvPr>
            <p:ph type="title"/>
          </p:nvPr>
        </p:nvSpPr>
        <p:spPr>
          <a:xfrm>
            <a:off x="466722" y="586855"/>
            <a:ext cx="3201366" cy="3387497"/>
          </a:xfrm>
        </p:spPr>
        <p:txBody>
          <a:bodyPr anchor="b">
            <a:normAutofit/>
          </a:bodyPr>
          <a:lstStyle/>
          <a:p>
            <a:pPr algn="r"/>
            <a:r>
              <a:rPr lang="en" sz="4000" b="1" spc="-1">
                <a:solidFill>
                  <a:srgbClr val="FFFFFF"/>
                </a:solidFill>
                <a:latin typeface="Commissioner"/>
                <a:ea typeface="Commissioner"/>
              </a:rPr>
              <a:t>Voltage and Resistance Conversion</a:t>
            </a:r>
            <a:endParaRPr lang="LID4096" sz="4000">
              <a:solidFill>
                <a:srgbClr val="FFFFFF"/>
              </a:solidFill>
            </a:endParaRPr>
          </a:p>
        </p:txBody>
      </p:sp>
      <p:sp>
        <p:nvSpPr>
          <p:cNvPr id="3" name="Content Placeholder 2">
            <a:extLst>
              <a:ext uri="{FF2B5EF4-FFF2-40B4-BE49-F238E27FC236}">
                <a16:creationId xmlns:a16="http://schemas.microsoft.com/office/drawing/2014/main" id="{648C7A16-E610-6419-65DB-96EA549C12AF}"/>
              </a:ext>
            </a:extLst>
          </p:cNvPr>
          <p:cNvSpPr>
            <a:spLocks noGrp="1"/>
          </p:cNvSpPr>
          <p:nvPr>
            <p:ph idx="1"/>
          </p:nvPr>
        </p:nvSpPr>
        <p:spPr>
          <a:xfrm>
            <a:off x="4810259" y="649480"/>
            <a:ext cx="6555347" cy="5546047"/>
          </a:xfrm>
        </p:spPr>
        <p:txBody>
          <a:bodyPr anchor="ctr">
            <a:normAutofit/>
          </a:bodyPr>
          <a:lstStyle/>
          <a:p>
            <a:r>
              <a:rPr lang="en" sz="2000" spc="-1" dirty="0">
                <a:latin typeface="DM Sans"/>
                <a:ea typeface="DM Sans"/>
              </a:rPr>
              <a:t>For both the photo resistor and potentiometer, analog readings are converted into a voltage range suitable for the microcontroller. The photo resistor converts light levels into a voltage output ranging from 0 to 5V, which is then scaled to a digital value between 0 and 1023 for processing. This enables accurate monitoring of light levels that relate to turbidity.</a:t>
            </a:r>
            <a:endParaRPr lang="en-US" sz="2000" spc="-1" dirty="0">
              <a:latin typeface="OpenSymbol"/>
            </a:endParaRPr>
          </a:p>
          <a:p>
            <a:endParaRPr lang="LID4096" sz="2000" dirty="0"/>
          </a:p>
        </p:txBody>
      </p:sp>
    </p:spTree>
    <p:extLst>
      <p:ext uri="{BB962C8B-B14F-4D97-AF65-F5344CB8AC3E}">
        <p14:creationId xmlns:p14="http://schemas.microsoft.com/office/powerpoint/2010/main" val="23440356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CBCE2D0-C7FD-7A76-3CB6-1022FC4E480A}"/>
              </a:ext>
            </a:extLst>
          </p:cNvPr>
          <p:cNvSpPr>
            <a:spLocks noGrp="1"/>
          </p:cNvSpPr>
          <p:nvPr>
            <p:ph type="title"/>
          </p:nvPr>
        </p:nvSpPr>
        <p:spPr>
          <a:xfrm>
            <a:off x="826396" y="586855"/>
            <a:ext cx="4230100" cy="3387497"/>
          </a:xfrm>
        </p:spPr>
        <p:txBody>
          <a:bodyPr anchor="b">
            <a:normAutofit/>
          </a:bodyPr>
          <a:lstStyle/>
          <a:p>
            <a:pPr algn="r"/>
            <a:r>
              <a:rPr lang="en" sz="4000" b="1" spc="-1">
                <a:solidFill>
                  <a:srgbClr val="FFFFFF"/>
                </a:solidFill>
                <a:latin typeface="Commissioner"/>
                <a:ea typeface="Commissioner"/>
              </a:rPr>
              <a:t>LCD Display Outputs</a:t>
            </a:r>
            <a:endParaRPr lang="LID4096" sz="4000">
              <a:solidFill>
                <a:srgbClr val="FFFFFF"/>
              </a:solidFill>
            </a:endParaRPr>
          </a:p>
        </p:txBody>
      </p:sp>
      <p:sp>
        <p:nvSpPr>
          <p:cNvPr id="3" name="Content Placeholder 2">
            <a:extLst>
              <a:ext uri="{FF2B5EF4-FFF2-40B4-BE49-F238E27FC236}">
                <a16:creationId xmlns:a16="http://schemas.microsoft.com/office/drawing/2014/main" id="{C8299632-46BC-FAD3-382A-4FD1955B26CC}"/>
              </a:ext>
            </a:extLst>
          </p:cNvPr>
          <p:cNvSpPr>
            <a:spLocks noGrp="1"/>
          </p:cNvSpPr>
          <p:nvPr>
            <p:ph idx="1"/>
          </p:nvPr>
        </p:nvSpPr>
        <p:spPr>
          <a:xfrm>
            <a:off x="6503158" y="649480"/>
            <a:ext cx="4862447" cy="5546047"/>
          </a:xfrm>
        </p:spPr>
        <p:txBody>
          <a:bodyPr anchor="ctr">
            <a:normAutofit/>
          </a:bodyPr>
          <a:lstStyle/>
          <a:p>
            <a:r>
              <a:rPr lang="en" sz="2000" spc="-1" dirty="0">
                <a:latin typeface="DM Sans"/>
                <a:ea typeface="DM Sans"/>
              </a:rPr>
              <a:t>The LCD </a:t>
            </a:r>
            <a:r>
              <a:rPr lang="en-GH" sz="2000" dirty="0"/>
              <a:t>16×2</a:t>
            </a:r>
            <a:r>
              <a:rPr lang="en-US" sz="2000" dirty="0"/>
              <a:t>(I2C)</a:t>
            </a:r>
            <a:r>
              <a:rPr lang="en-GH" sz="2000" dirty="0"/>
              <a:t> </a:t>
            </a:r>
            <a:r>
              <a:rPr lang="en" sz="2000" spc="-1" dirty="0">
                <a:latin typeface="DM Sans"/>
                <a:ea typeface="DM Sans"/>
              </a:rPr>
              <a:t>displays the interpreted sensor outputs, showing pH levels, turbidity, and temperature readings. This provides real-time feedback on system performance and ensures users can easily access and visualize the data being collected by the sensors. Each sensor's output is updated to reflect current measurements, enhancing the interactivity of the simulation.</a:t>
            </a:r>
          </a:p>
          <a:p>
            <a:endParaRPr lang="en-US" sz="2000" spc="-1" dirty="0">
              <a:latin typeface="OpenSymbol"/>
            </a:endParaRPr>
          </a:p>
          <a:p>
            <a:endParaRPr lang="LID4096" sz="2000" dirty="0"/>
          </a:p>
        </p:txBody>
      </p:sp>
      <p:sp>
        <p:nvSpPr>
          <p:cNvPr id="4" name="Google Shape;478;p62">
            <a:extLst>
              <a:ext uri="{FF2B5EF4-FFF2-40B4-BE49-F238E27FC236}">
                <a16:creationId xmlns:a16="http://schemas.microsoft.com/office/drawing/2014/main" id="{97FBC022-97AD-94A0-20C3-BB0D4616BDF0}"/>
              </a:ext>
            </a:extLst>
          </p:cNvPr>
          <p:cNvSpPr/>
          <p:nvPr/>
        </p:nvSpPr>
        <p:spPr>
          <a:xfrm>
            <a:off x="8145017" y="4836204"/>
            <a:ext cx="3005640" cy="1690560"/>
          </a:xfrm>
          <a:prstGeom prst="roundRect">
            <a:avLst>
              <a:gd name="adj" fmla="val 8439"/>
            </a:avLst>
          </a:prstGeom>
          <a:blipFill rotWithShape="0">
            <a:blip r:embed="rId2"/>
            <a:srcRect/>
            <a:stretch/>
          </a:blipFill>
          <a:ln w="9525">
            <a:solidFill>
              <a:srgbClr val="004B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0" strike="noStrike" spc="-1">
              <a:solidFill>
                <a:srgbClr val="000000"/>
              </a:solidFill>
              <a:latin typeface="OpenSymbol"/>
            </a:endParaRPr>
          </a:p>
        </p:txBody>
      </p:sp>
    </p:spTree>
    <p:extLst>
      <p:ext uri="{BB962C8B-B14F-4D97-AF65-F5344CB8AC3E}">
        <p14:creationId xmlns:p14="http://schemas.microsoft.com/office/powerpoint/2010/main" val="3475719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2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A40610-0731-5A40-157C-FF511434E7CE}"/>
              </a:ext>
            </a:extLst>
          </p:cNvPr>
          <p:cNvSpPr>
            <a:spLocks noGrp="1"/>
          </p:cNvSpPr>
          <p:nvPr>
            <p:ph type="title"/>
          </p:nvPr>
        </p:nvSpPr>
        <p:spPr>
          <a:xfrm>
            <a:off x="466722" y="586855"/>
            <a:ext cx="3201366" cy="3387497"/>
          </a:xfrm>
        </p:spPr>
        <p:txBody>
          <a:bodyPr anchor="b">
            <a:normAutofit/>
          </a:bodyPr>
          <a:lstStyle/>
          <a:p>
            <a:pPr algn="r"/>
            <a:r>
              <a:rPr lang="en" sz="4000" b="1" spc="-1">
                <a:solidFill>
                  <a:srgbClr val="FFFFFF"/>
                </a:solidFill>
                <a:latin typeface="Commissioner"/>
                <a:ea typeface="Commissioner"/>
              </a:rPr>
              <a:t>Buzzer Activation Conditions</a:t>
            </a:r>
            <a:endParaRPr lang="LID4096" sz="4000">
              <a:solidFill>
                <a:srgbClr val="FFFFFF"/>
              </a:solidFill>
            </a:endParaRPr>
          </a:p>
        </p:txBody>
      </p:sp>
      <p:sp>
        <p:nvSpPr>
          <p:cNvPr id="3" name="Content Placeholder 2">
            <a:extLst>
              <a:ext uri="{FF2B5EF4-FFF2-40B4-BE49-F238E27FC236}">
                <a16:creationId xmlns:a16="http://schemas.microsoft.com/office/drawing/2014/main" id="{FDAC2BB2-0349-9106-789B-A499702AA55B}"/>
              </a:ext>
            </a:extLst>
          </p:cNvPr>
          <p:cNvSpPr>
            <a:spLocks noGrp="1"/>
          </p:cNvSpPr>
          <p:nvPr>
            <p:ph idx="1"/>
          </p:nvPr>
        </p:nvSpPr>
        <p:spPr>
          <a:xfrm>
            <a:off x="4810259" y="649480"/>
            <a:ext cx="6555347" cy="5546047"/>
          </a:xfrm>
        </p:spPr>
        <p:txBody>
          <a:bodyPr anchor="ctr">
            <a:normAutofit/>
          </a:bodyPr>
          <a:lstStyle/>
          <a:p>
            <a:r>
              <a:rPr lang="en-US" sz="2000" spc="-1" dirty="0">
                <a:latin typeface="DM Sans"/>
                <a:ea typeface="DM Sans"/>
              </a:rPr>
              <a:t>The buzzer serves as an alarm mechanism, activating whenever temperature falls below 19°C or rises above 30°C, when pH levels drop below 7.2 or exceed 7.8, or when turbidity surpasses 40%. These thresholds ensure that any unsafe change in water conditions is immediately detected, allowing timely corrective action.</a:t>
            </a:r>
            <a:endParaRPr lang="LID4096" sz="2000" dirty="0"/>
          </a:p>
        </p:txBody>
      </p:sp>
    </p:spTree>
    <p:extLst>
      <p:ext uri="{BB962C8B-B14F-4D97-AF65-F5344CB8AC3E}">
        <p14:creationId xmlns:p14="http://schemas.microsoft.com/office/powerpoint/2010/main" val="3368169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37C8E2-2B98-21A1-75DA-87005119C4BB}"/>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8BEF79C-009E-3182-1B32-95B31903F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A32E945-7001-3CD7-4AD6-97067F5AB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5854436-A6DC-9C71-8DDB-BF610AD36F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25FA361-F6E7-2EB7-05D6-319FCDDCF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1A24318-DF45-0A87-4B29-15276FD69D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CB817791-E419-4255-995A-9D4F480D5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813F536-F8FD-D4AA-649B-39A726E9B2FB}"/>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b="1" kern="1200" dirty="0">
                <a:solidFill>
                  <a:srgbClr val="FFFFFF"/>
                </a:solidFill>
                <a:latin typeface="+mj-lt"/>
                <a:ea typeface="+mj-ea"/>
                <a:cs typeface="+mj-cs"/>
              </a:rPr>
              <a:t>CHALLENGES AND CONCLUSIONS</a:t>
            </a:r>
          </a:p>
        </p:txBody>
      </p:sp>
    </p:spTree>
    <p:extLst>
      <p:ext uri="{BB962C8B-B14F-4D97-AF65-F5344CB8AC3E}">
        <p14:creationId xmlns:p14="http://schemas.microsoft.com/office/powerpoint/2010/main" val="1285895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C51ED2-D0A2-FB5E-CC6F-343EC2AC204E}"/>
              </a:ext>
            </a:extLst>
          </p:cNvPr>
          <p:cNvSpPr>
            <a:spLocks noGrp="1"/>
          </p:cNvSpPr>
          <p:nvPr>
            <p:ph type="title"/>
          </p:nvPr>
        </p:nvSpPr>
        <p:spPr>
          <a:xfrm>
            <a:off x="586478" y="1683756"/>
            <a:ext cx="3115265" cy="2396359"/>
          </a:xfrm>
        </p:spPr>
        <p:txBody>
          <a:bodyPr anchor="b">
            <a:normAutofit/>
          </a:bodyPr>
          <a:lstStyle/>
          <a:p>
            <a:pPr algn="r"/>
            <a:r>
              <a:rPr lang="en-US" sz="3700">
                <a:solidFill>
                  <a:srgbClr val="FFFFFF"/>
                </a:solidFill>
              </a:rPr>
              <a:t>CHALLENGES FACED</a:t>
            </a:r>
            <a:endParaRPr lang="LID4096" sz="3700">
              <a:solidFill>
                <a:srgbClr val="FFFFFF"/>
              </a:solidFill>
            </a:endParaRPr>
          </a:p>
        </p:txBody>
      </p:sp>
      <p:graphicFrame>
        <p:nvGraphicFramePr>
          <p:cNvPr id="27" name="Content Placeholder 2">
            <a:extLst>
              <a:ext uri="{FF2B5EF4-FFF2-40B4-BE49-F238E27FC236}">
                <a16:creationId xmlns:a16="http://schemas.microsoft.com/office/drawing/2014/main" id="{97291E56-FD82-6BEA-4573-111FB7C5714D}"/>
              </a:ext>
            </a:extLst>
          </p:cNvPr>
          <p:cNvGraphicFramePr>
            <a:graphicFrameLocks noGrp="1"/>
          </p:cNvGraphicFramePr>
          <p:nvPr>
            <p:ph idx="1"/>
            <p:extLst>
              <p:ext uri="{D42A27DB-BD31-4B8C-83A1-F6EECF244321}">
                <p14:modId xmlns:p14="http://schemas.microsoft.com/office/powerpoint/2010/main" val="3589080052"/>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71520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E74C21-D149-F4A5-8FE3-10AAF66C76AC}"/>
              </a:ext>
            </a:extLst>
          </p:cNvPr>
          <p:cNvSpPr>
            <a:spLocks noGrp="1"/>
          </p:cNvSpPr>
          <p:nvPr>
            <p:ph type="title"/>
          </p:nvPr>
        </p:nvSpPr>
        <p:spPr>
          <a:xfrm>
            <a:off x="826396" y="586855"/>
            <a:ext cx="4230100" cy="3387497"/>
          </a:xfrm>
        </p:spPr>
        <p:txBody>
          <a:bodyPr anchor="b">
            <a:normAutofit/>
          </a:bodyPr>
          <a:lstStyle/>
          <a:p>
            <a:pPr algn="r"/>
            <a:r>
              <a:rPr lang="en" sz="4000" b="1" spc="-1">
                <a:solidFill>
                  <a:srgbClr val="FFFFFF"/>
                </a:solidFill>
                <a:latin typeface="Commissioner"/>
                <a:ea typeface="Commissioner"/>
              </a:rPr>
              <a:t>Conclusions</a:t>
            </a:r>
            <a:endParaRPr lang="LID4096" sz="4000">
              <a:solidFill>
                <a:srgbClr val="FFFFFF"/>
              </a:solidFill>
            </a:endParaRPr>
          </a:p>
        </p:txBody>
      </p:sp>
      <p:sp>
        <p:nvSpPr>
          <p:cNvPr id="3" name="Content Placeholder 2">
            <a:extLst>
              <a:ext uri="{FF2B5EF4-FFF2-40B4-BE49-F238E27FC236}">
                <a16:creationId xmlns:a16="http://schemas.microsoft.com/office/drawing/2014/main" id="{4F6FB60F-5E13-2E19-92F6-2A1B7F4D6A5E}"/>
              </a:ext>
            </a:extLst>
          </p:cNvPr>
          <p:cNvSpPr>
            <a:spLocks noGrp="1"/>
          </p:cNvSpPr>
          <p:nvPr>
            <p:ph idx="1"/>
          </p:nvPr>
        </p:nvSpPr>
        <p:spPr>
          <a:xfrm>
            <a:off x="6503158" y="649480"/>
            <a:ext cx="4862447" cy="5546047"/>
          </a:xfrm>
        </p:spPr>
        <p:txBody>
          <a:bodyPr anchor="ctr">
            <a:normAutofit/>
          </a:bodyPr>
          <a:lstStyle/>
          <a:p>
            <a:r>
              <a:rPr lang="en" sz="2000" spc="-1">
                <a:latin typeface="DM Sans"/>
                <a:ea typeface="DM Sans"/>
              </a:rPr>
              <a:t>The simulation effectively integrates various sensors, capturing environmental data such as temperature, pH, and turbidity. By employing signal processing techniques and displaying results on the LCD, the simulation demonstrates a comprehensive understanding of real-world applications of sensor technology.</a:t>
            </a:r>
            <a:endParaRPr lang="en-US" sz="2000" spc="-1">
              <a:latin typeface="OpenSymbol"/>
            </a:endParaRPr>
          </a:p>
          <a:p>
            <a:endParaRPr lang="LID4096" sz="2000"/>
          </a:p>
        </p:txBody>
      </p:sp>
    </p:spTree>
    <p:extLst>
      <p:ext uri="{BB962C8B-B14F-4D97-AF65-F5344CB8AC3E}">
        <p14:creationId xmlns:p14="http://schemas.microsoft.com/office/powerpoint/2010/main" val="18589373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TotalTime>
  <Words>833</Words>
  <Application>Microsoft Office PowerPoint</Application>
  <PresentationFormat>Widescreen</PresentationFormat>
  <Paragraphs>67</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Aptos</vt:lpstr>
      <vt:lpstr>Aptos Display</vt:lpstr>
      <vt:lpstr>Arial</vt:lpstr>
      <vt:lpstr>Calibri</vt:lpstr>
      <vt:lpstr>Commissioner</vt:lpstr>
      <vt:lpstr>DM Sans</vt:lpstr>
      <vt:lpstr>OpenSymbol</vt:lpstr>
      <vt:lpstr>Office Theme</vt:lpstr>
      <vt:lpstr>GROUP 5</vt:lpstr>
      <vt:lpstr>SWIMMING POOL WATER MONITORING SYSTEM</vt:lpstr>
      <vt:lpstr>TABLE OF CONTENT</vt:lpstr>
      <vt:lpstr>Problem Statement</vt:lpstr>
      <vt:lpstr>Objective</vt:lpstr>
      <vt:lpstr>METHOLODOLOGY </vt:lpstr>
      <vt:lpstr>METHODOLOGY</vt:lpstr>
      <vt:lpstr>SENSORS </vt:lpstr>
      <vt:lpstr>Potentiometer as pH Sensor</vt:lpstr>
      <vt:lpstr>Photo Resistor for Turbidity</vt:lpstr>
      <vt:lpstr>Potentiometer as Temperature Sensor</vt:lpstr>
      <vt:lpstr>LINK TO THE SIMULATION OF OUR PROJECT</vt:lpstr>
      <vt:lpstr>SIGNAL PROCESSING </vt:lpstr>
      <vt:lpstr>Voltage and Resistance Conversion</vt:lpstr>
      <vt:lpstr>LCD Display Outputs</vt:lpstr>
      <vt:lpstr>Buzzer Activation Conditions</vt:lpstr>
      <vt:lpstr>CHALLENGES AND CONCLUSIONS</vt:lpstr>
      <vt:lpstr>CHALLENGES FACED</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jeffrey anokye</dc:creator>
  <cp:lastModifiedBy>Ciici Aggrey-Fynn</cp:lastModifiedBy>
  <cp:revision>4</cp:revision>
  <dcterms:created xsi:type="dcterms:W3CDTF">2026-03-28T08:37:45Z</dcterms:created>
  <dcterms:modified xsi:type="dcterms:W3CDTF">2026-03-29T19:33:10Z</dcterms:modified>
</cp:coreProperties>
</file>